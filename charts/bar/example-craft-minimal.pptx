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2201C"/>
                </a:solidFill>
                <a:latin typeface="Instrument Serif"/>
              </a:rPr>
              <a:t>Revenue by segment,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665216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5077098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92124" y="5183778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4488979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92124" y="4595659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3900860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92124" y="4007540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3312741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92124" y="3419421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2724622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10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2124" y="2831302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2136503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12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2124" y="2243183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1548384"/>
            <a:ext cx="25146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7B776F"/>
                </a:solidFill>
                <a:latin typeface="Instrument Sans"/>
              </a:rPr>
              <a:t>14M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2124" y="1655064"/>
            <a:ext cx="10321747" cy="0"/>
          </a:xfrm>
          <a:prstGeom prst="line">
            <a:avLst/>
          </a:prstGeom>
          <a:ln w="4762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2124" y="5771896"/>
            <a:ext cx="10321747" cy="0"/>
          </a:xfrm>
          <a:prstGeom prst="line">
            <a:avLst/>
          </a:prstGeom>
          <a:ln w="9524">
            <a:solidFill>
              <a:srgbClr val="7B7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92124" y="5843016"/>
            <a:ext cx="2580436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Enterprise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6602" y="2125560"/>
            <a:ext cx="1651479" cy="3646336"/>
          </a:xfrm>
          <a:prstGeom prst="roundRect">
            <a:avLst>
              <a:gd name="adj" fmla="val 576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56602" y="1912200"/>
            <a:ext cx="1651479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12.4M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2560" y="5843016"/>
            <a:ext cx="2580436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Mid-market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37039" y="3390015"/>
            <a:ext cx="1651479" cy="2381881"/>
          </a:xfrm>
          <a:prstGeom prst="roundRect">
            <a:avLst>
              <a:gd name="adj" fmla="val 576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37039" y="3176655"/>
            <a:ext cx="1651479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8.1M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2997" y="5843016"/>
            <a:ext cx="2580436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SMB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7476" y="4507441"/>
            <a:ext cx="1651479" cy="1264455"/>
          </a:xfrm>
          <a:prstGeom prst="roundRect">
            <a:avLst>
              <a:gd name="adj" fmla="val 753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7476" y="4294081"/>
            <a:ext cx="1651479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4.3M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3434" y="5843016"/>
            <a:ext cx="2580436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22201C"/>
                </a:solidFill>
                <a:latin typeface="Instrument Sans"/>
              </a:rPr>
              <a:t>Startup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97912" y="5242590"/>
            <a:ext cx="1651479" cy="529306"/>
          </a:xfrm>
          <a:prstGeom prst="roundRect">
            <a:avLst>
              <a:gd name="adj" fmla="val 1799"/>
            </a:avLst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97912" y="5029230"/>
            <a:ext cx="1651479" cy="198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1.8M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