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960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7864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8769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9674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579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1483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388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3293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198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5102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6007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6912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Newsreader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198880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65766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32652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99538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66424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33310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00196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Sun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6960" y="1198880"/>
            <a:ext cx="876142" cy="662124"/>
          </a:xfrm>
          <a:prstGeom prst="rect">
            <a:avLst/>
          </a:prstGeom>
          <a:solidFill>
            <a:srgbClr val="EEE1D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76960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57864" y="1198880"/>
            <a:ext cx="876142" cy="662124"/>
          </a:xfrm>
          <a:prstGeom prst="rect">
            <a:avLst/>
          </a:prstGeom>
          <a:solidFill>
            <a:srgbClr val="F1E7D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57864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8769" y="1198880"/>
            <a:ext cx="876142" cy="662124"/>
          </a:xfrm>
          <a:prstGeom prst="rect">
            <a:avLst/>
          </a:prstGeom>
          <a:solidFill>
            <a:srgbClr val="F3EBE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38769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19674" y="1198880"/>
            <a:ext cx="876142" cy="662124"/>
          </a:xfrm>
          <a:prstGeom prst="rect">
            <a:avLst/>
          </a:prstGeom>
          <a:solidFill>
            <a:srgbClr val="F3EBE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19674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0579" y="1198880"/>
            <a:ext cx="876142" cy="662124"/>
          </a:xfrm>
          <a:prstGeom prst="rect">
            <a:avLst/>
          </a:prstGeom>
          <a:solidFill>
            <a:srgbClr val="E3CEC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00579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1483" y="1198880"/>
            <a:ext cx="876142" cy="662124"/>
          </a:xfrm>
          <a:prstGeom prst="rect">
            <a:avLst/>
          </a:prstGeom>
          <a:solidFill>
            <a:srgbClr val="BC868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1483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2388" y="1198880"/>
            <a:ext cx="876142" cy="662124"/>
          </a:xfrm>
          <a:prstGeom prst="rect">
            <a:avLst/>
          </a:prstGeom>
          <a:solidFill>
            <a:srgbClr val="AA656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62388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43293" y="1198880"/>
            <a:ext cx="876142" cy="662124"/>
          </a:xfrm>
          <a:prstGeom prst="rect">
            <a:avLst/>
          </a:prstGeom>
          <a:solidFill>
            <a:srgbClr val="9C4C5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43293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4198" y="1198880"/>
            <a:ext cx="876142" cy="662124"/>
          </a:xfrm>
          <a:prstGeom prst="rect">
            <a:avLst/>
          </a:prstGeom>
          <a:solidFill>
            <a:srgbClr val="99464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24198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5102" y="1198880"/>
            <a:ext cx="876142" cy="662124"/>
          </a:xfrm>
          <a:prstGeom prst="rect">
            <a:avLst/>
          </a:prstGeom>
          <a:solidFill>
            <a:srgbClr val="A35A6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05102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86007" y="1198880"/>
            <a:ext cx="876142" cy="662124"/>
          </a:xfrm>
          <a:prstGeom prst="rect">
            <a:avLst/>
          </a:prstGeom>
          <a:solidFill>
            <a:srgbClr val="B67D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86007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66912" y="1198880"/>
            <a:ext cx="876142" cy="662124"/>
          </a:xfrm>
          <a:prstGeom prst="rect">
            <a:avLst/>
          </a:prstGeom>
          <a:solidFill>
            <a:srgbClr val="D1ADAB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66912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6960" y="1865766"/>
            <a:ext cx="876142" cy="662124"/>
          </a:xfrm>
          <a:prstGeom prst="rect">
            <a:avLst/>
          </a:prstGeom>
          <a:solidFill>
            <a:srgbClr val="EFE3D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76960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57864" y="1865766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957864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8769" y="1865766"/>
            <a:ext cx="876142" cy="662124"/>
          </a:xfrm>
          <a:prstGeom prst="rect">
            <a:avLst/>
          </a:prstGeom>
          <a:solidFill>
            <a:srgbClr val="F3EBE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838769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19674" y="1865766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19674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00579" y="1865766"/>
            <a:ext cx="876142" cy="662124"/>
          </a:xfrm>
          <a:prstGeom prst="rect">
            <a:avLst/>
          </a:prstGeom>
          <a:solidFill>
            <a:srgbClr val="DFC6C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00579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1483" y="1865766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481483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62388" y="1865766"/>
            <a:ext cx="876142" cy="662124"/>
          </a:xfrm>
          <a:prstGeom prst="rect">
            <a:avLst/>
          </a:prstGeom>
          <a:solidFill>
            <a:srgbClr val="A55E6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62388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43293" y="1865766"/>
            <a:ext cx="876142" cy="662124"/>
          </a:xfrm>
          <a:prstGeom prst="rect">
            <a:avLst/>
          </a:prstGeom>
          <a:solidFill>
            <a:srgbClr val="97424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43293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24198" y="1865766"/>
            <a:ext cx="876142" cy="662124"/>
          </a:xfrm>
          <a:prstGeom prst="rect">
            <a:avLst/>
          </a:prstGeom>
          <a:solidFill>
            <a:srgbClr val="943F47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24198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5102" y="1865766"/>
            <a:ext cx="876142" cy="662124"/>
          </a:xfrm>
          <a:prstGeom prst="rect">
            <a:avLst/>
          </a:prstGeom>
          <a:solidFill>
            <a:srgbClr val="9F525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05102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86007" y="1865766"/>
            <a:ext cx="876142" cy="662124"/>
          </a:xfrm>
          <a:prstGeom prst="rect">
            <a:avLst/>
          </a:prstGeom>
          <a:solidFill>
            <a:srgbClr val="B479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86007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62%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66912" y="1865766"/>
            <a:ext cx="876142" cy="662124"/>
          </a:xfrm>
          <a:prstGeom prst="rect">
            <a:avLst/>
          </a:prstGeom>
          <a:solidFill>
            <a:srgbClr val="CCA3A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66912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6960" y="2532652"/>
            <a:ext cx="876142" cy="662124"/>
          </a:xfrm>
          <a:prstGeom prst="rect">
            <a:avLst/>
          </a:prstGeom>
          <a:solidFill>
            <a:srgbClr val="ECE0D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76960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57864" y="2532652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957864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8769" y="2532652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838769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19674" y="2532652"/>
            <a:ext cx="876142" cy="662124"/>
          </a:xfrm>
          <a:prstGeom prst="rect">
            <a:avLst/>
          </a:prstGeom>
          <a:solidFill>
            <a:srgbClr val="F1E7D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719674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00579" y="2532652"/>
            <a:ext cx="876142" cy="662124"/>
          </a:xfrm>
          <a:prstGeom prst="rect">
            <a:avLst/>
          </a:prstGeom>
          <a:solidFill>
            <a:srgbClr val="DDC2B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00579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1483" y="2532652"/>
            <a:ext cx="876142" cy="662124"/>
          </a:xfrm>
          <a:prstGeom prst="rect">
            <a:avLst/>
          </a:prstGeom>
          <a:solidFill>
            <a:srgbClr val="B67D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481483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62388" y="2532652"/>
            <a:ext cx="876142" cy="662124"/>
          </a:xfrm>
          <a:prstGeom prst="rect">
            <a:avLst/>
          </a:prstGeom>
          <a:solidFill>
            <a:srgbClr val="A1565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62388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3293" y="2532652"/>
            <a:ext cx="876142" cy="662124"/>
          </a:xfrm>
          <a:prstGeom prst="rect">
            <a:avLst/>
          </a:prstGeom>
          <a:solidFill>
            <a:srgbClr val="923B4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43293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24198" y="2532652"/>
            <a:ext cx="876142" cy="662124"/>
          </a:xfrm>
          <a:prstGeom prst="rect">
            <a:avLst/>
          </a:prstGeom>
          <a:solidFill>
            <a:srgbClr val="90374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24198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96%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05102" y="2532652"/>
            <a:ext cx="876142" cy="662124"/>
          </a:xfrm>
          <a:prstGeom prst="rect">
            <a:avLst/>
          </a:prstGeom>
          <a:solidFill>
            <a:srgbClr val="9B4A5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05102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86007" y="2532652"/>
            <a:ext cx="876142" cy="662124"/>
          </a:xfrm>
          <a:prstGeom prst="rect">
            <a:avLst/>
          </a:prstGeom>
          <a:solidFill>
            <a:srgbClr val="B071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86007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66%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66912" y="2532652"/>
            <a:ext cx="876142" cy="662124"/>
          </a:xfrm>
          <a:prstGeom prst="rect">
            <a:avLst/>
          </a:prstGeom>
          <a:solidFill>
            <a:srgbClr val="C69A99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66912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76960" y="3199538"/>
            <a:ext cx="876142" cy="662124"/>
          </a:xfrm>
          <a:prstGeom prst="rect">
            <a:avLst/>
          </a:prstGeom>
          <a:solidFill>
            <a:srgbClr val="EBDED6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076960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57864" y="3199538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957864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38769" y="3199538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38769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719674" y="3199538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19674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00579" y="3199538"/>
            <a:ext cx="876142" cy="662124"/>
          </a:xfrm>
          <a:prstGeom prst="rect">
            <a:avLst/>
          </a:prstGeom>
          <a:solidFill>
            <a:srgbClr val="DABFB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600579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1483" y="3199538"/>
            <a:ext cx="876142" cy="662124"/>
          </a:xfrm>
          <a:prstGeom prst="rect">
            <a:avLst/>
          </a:prstGeom>
          <a:solidFill>
            <a:srgbClr val="B479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481483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62%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62388" y="3199538"/>
            <a:ext cx="876142" cy="662124"/>
          </a:xfrm>
          <a:prstGeom prst="rect">
            <a:avLst/>
          </a:prstGeom>
          <a:solidFill>
            <a:srgbClr val="9F525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62388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82%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43293" y="3199538"/>
            <a:ext cx="876142" cy="662124"/>
          </a:xfrm>
          <a:prstGeom prst="rect">
            <a:avLst/>
          </a:prstGeom>
          <a:solidFill>
            <a:srgbClr val="91394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43293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24198" y="3199538"/>
            <a:ext cx="876142" cy="662124"/>
          </a:xfrm>
          <a:prstGeom prst="rect">
            <a:avLst/>
          </a:prstGeom>
          <a:solidFill>
            <a:srgbClr val="8F353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24198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05102" y="3199538"/>
            <a:ext cx="876142" cy="662124"/>
          </a:xfrm>
          <a:prstGeom prst="rect">
            <a:avLst/>
          </a:prstGeom>
          <a:solidFill>
            <a:srgbClr val="99464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005102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88%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886007" y="3199538"/>
            <a:ext cx="876142" cy="662124"/>
          </a:xfrm>
          <a:prstGeom prst="rect">
            <a:avLst/>
          </a:prstGeom>
          <a:solidFill>
            <a:srgbClr val="AC696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86007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66912" y="3199538"/>
            <a:ext cx="876142" cy="662124"/>
          </a:xfrm>
          <a:prstGeom prst="rect">
            <a:avLst/>
          </a:prstGeom>
          <a:solidFill>
            <a:srgbClr val="C3949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66912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48%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6960" y="3866424"/>
            <a:ext cx="876142" cy="662124"/>
          </a:xfrm>
          <a:prstGeom prst="rect">
            <a:avLst/>
          </a:prstGeom>
          <a:solidFill>
            <a:srgbClr val="E7D6D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76960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14%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57864" y="3866424"/>
            <a:ext cx="876142" cy="662124"/>
          </a:xfrm>
          <a:prstGeom prst="rect">
            <a:avLst/>
          </a:prstGeom>
          <a:solidFill>
            <a:srgbClr val="EBDED6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957864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8769" y="3866424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838769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719674" y="3866424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719674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0579" y="3866424"/>
            <a:ext cx="876142" cy="662124"/>
          </a:xfrm>
          <a:prstGeom prst="rect">
            <a:avLst/>
          </a:prstGeom>
          <a:solidFill>
            <a:srgbClr val="D8BBB7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600579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28%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1483" y="3866424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481483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62388" y="3866424"/>
            <a:ext cx="876142" cy="662124"/>
          </a:xfrm>
          <a:prstGeom prst="rect">
            <a:avLst/>
          </a:prstGeom>
          <a:solidFill>
            <a:srgbClr val="A35A6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62388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78%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243293" y="3866424"/>
            <a:ext cx="876142" cy="662124"/>
          </a:xfrm>
          <a:prstGeom prst="rect">
            <a:avLst/>
          </a:prstGeom>
          <a:solidFill>
            <a:srgbClr val="99464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43293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88%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24198" y="3866424"/>
            <a:ext cx="876142" cy="662124"/>
          </a:xfrm>
          <a:prstGeom prst="rect">
            <a:avLst/>
          </a:prstGeom>
          <a:solidFill>
            <a:srgbClr val="9D4E55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24198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84%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05102" y="3866424"/>
            <a:ext cx="876142" cy="662124"/>
          </a:xfrm>
          <a:prstGeom prst="rect">
            <a:avLst/>
          </a:prstGeom>
          <a:solidFill>
            <a:srgbClr val="A1565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005102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886007" y="3866424"/>
            <a:ext cx="876142" cy="662124"/>
          </a:xfrm>
          <a:prstGeom prst="rect">
            <a:avLst/>
          </a:prstGeom>
          <a:solidFill>
            <a:srgbClr val="AA656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86007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766912" y="3866424"/>
            <a:ext cx="876142" cy="662124"/>
          </a:xfrm>
          <a:prstGeom prst="rect">
            <a:avLst/>
          </a:prstGeom>
          <a:solidFill>
            <a:srgbClr val="B479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66912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62%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76960" y="4533310"/>
            <a:ext cx="876142" cy="662124"/>
          </a:xfrm>
          <a:prstGeom prst="rect">
            <a:avLst/>
          </a:prstGeom>
          <a:solidFill>
            <a:srgbClr val="DFC6C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76960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22%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957864" y="4533310"/>
            <a:ext cx="876142" cy="662124"/>
          </a:xfrm>
          <a:prstGeom prst="rect">
            <a:avLst/>
          </a:prstGeom>
          <a:solidFill>
            <a:srgbClr val="E3CEC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957864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838769" y="4533310"/>
            <a:ext cx="876142" cy="662124"/>
          </a:xfrm>
          <a:prstGeom prst="rect">
            <a:avLst/>
          </a:prstGeom>
          <a:solidFill>
            <a:srgbClr val="E9DAD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838769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12%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719674" y="4533310"/>
            <a:ext cx="876142" cy="662124"/>
          </a:xfrm>
          <a:prstGeom prst="rect">
            <a:avLst/>
          </a:prstGeom>
          <a:solidFill>
            <a:srgbClr val="EEE1D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719674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00579" y="4533310"/>
            <a:ext cx="876142" cy="662124"/>
          </a:xfrm>
          <a:prstGeom prst="rect">
            <a:avLst/>
          </a:prstGeom>
          <a:solidFill>
            <a:srgbClr val="E5D2C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00579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16%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81483" y="4533310"/>
            <a:ext cx="876142" cy="662124"/>
          </a:xfrm>
          <a:prstGeom prst="rect">
            <a:avLst/>
          </a:prstGeom>
          <a:solidFill>
            <a:srgbClr val="D4B3B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481483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32%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62388" y="4533310"/>
            <a:ext cx="876142" cy="662124"/>
          </a:xfrm>
          <a:prstGeom prst="rect">
            <a:avLst/>
          </a:prstGeom>
          <a:solidFill>
            <a:srgbClr val="C1909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62388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50%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243293" y="4533310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43293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24198" y="4533310"/>
            <a:ext cx="876142" cy="662124"/>
          </a:xfrm>
          <a:prstGeom prst="rect">
            <a:avLst/>
          </a:prstGeom>
          <a:solidFill>
            <a:srgbClr val="B275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24198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64%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005102" y="4533310"/>
            <a:ext cx="876142" cy="662124"/>
          </a:xfrm>
          <a:prstGeom prst="rect">
            <a:avLst/>
          </a:prstGeom>
          <a:solidFill>
            <a:srgbClr val="AA656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005102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886007" y="4533310"/>
            <a:ext cx="876142" cy="662124"/>
          </a:xfrm>
          <a:prstGeom prst="rect">
            <a:avLst/>
          </a:prstGeom>
          <a:solidFill>
            <a:srgbClr val="A1565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86007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766912" y="4533310"/>
            <a:ext cx="876142" cy="662124"/>
          </a:xfrm>
          <a:prstGeom prst="rect">
            <a:avLst/>
          </a:prstGeom>
          <a:solidFill>
            <a:srgbClr val="A35A6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66912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78%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76960" y="5200196"/>
            <a:ext cx="876142" cy="662124"/>
          </a:xfrm>
          <a:prstGeom prst="rect">
            <a:avLst/>
          </a:prstGeom>
          <a:solidFill>
            <a:srgbClr val="DCC0B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076960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25%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957864" y="5200196"/>
            <a:ext cx="876142" cy="662124"/>
          </a:xfrm>
          <a:prstGeom prst="rect">
            <a:avLst/>
          </a:prstGeom>
          <a:solidFill>
            <a:srgbClr val="E1CAC5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1957864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20%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838769" y="5200196"/>
            <a:ext cx="876142" cy="662124"/>
          </a:xfrm>
          <a:prstGeom prst="rect">
            <a:avLst/>
          </a:prstGeom>
          <a:solidFill>
            <a:srgbClr val="E7D6D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38769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14%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719674" y="5200196"/>
            <a:ext cx="876142" cy="662124"/>
          </a:xfrm>
          <a:prstGeom prst="rect">
            <a:avLst/>
          </a:prstGeom>
          <a:solidFill>
            <a:srgbClr val="ECE0D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719674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9%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600579" y="5200196"/>
            <a:ext cx="876142" cy="662124"/>
          </a:xfrm>
          <a:prstGeom prst="rect">
            <a:avLst/>
          </a:prstGeom>
          <a:solidFill>
            <a:srgbClr val="E7D6D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00579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14%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81483" y="5200196"/>
            <a:ext cx="876142" cy="662124"/>
          </a:xfrm>
          <a:prstGeom prst="rect">
            <a:avLst/>
          </a:prstGeom>
          <a:solidFill>
            <a:srgbClr val="D8BBB7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481483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28%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62388" y="5200196"/>
            <a:ext cx="876142" cy="662124"/>
          </a:xfrm>
          <a:prstGeom prst="rect">
            <a:avLst/>
          </a:prstGeom>
          <a:solidFill>
            <a:srgbClr val="C9A09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62388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42%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243293" y="5200196"/>
            <a:ext cx="876142" cy="662124"/>
          </a:xfrm>
          <a:prstGeom prst="rect">
            <a:avLst/>
          </a:prstGeom>
          <a:solidFill>
            <a:srgbClr val="C1909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43293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24198" y="5200196"/>
            <a:ext cx="876142" cy="662124"/>
          </a:xfrm>
          <a:prstGeom prst="rect">
            <a:avLst/>
          </a:prstGeom>
          <a:solidFill>
            <a:srgbClr val="BD888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24198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54%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005102" y="5200196"/>
            <a:ext cx="876142" cy="662124"/>
          </a:xfrm>
          <a:prstGeom prst="rect">
            <a:avLst/>
          </a:prstGeom>
          <a:solidFill>
            <a:srgbClr val="B67D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005102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886007" y="5200196"/>
            <a:ext cx="876142" cy="662124"/>
          </a:xfrm>
          <a:prstGeom prst="rect">
            <a:avLst/>
          </a:prstGeom>
          <a:solidFill>
            <a:srgbClr val="B071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86007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66%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766912" y="5200196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66912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98255" y="5923280"/>
            <a:ext cx="118534" cy="11176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916788" y="5923280"/>
            <a:ext cx="118534" cy="111760"/>
          </a:xfrm>
          <a:prstGeom prst="rect">
            <a:avLst/>
          </a:prstGeom>
          <a:solidFill>
            <a:srgbClr val="F1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9035321" y="5923280"/>
            <a:ext cx="118534" cy="111760"/>
          </a:xfrm>
          <a:prstGeom prst="rect">
            <a:avLst/>
          </a:prstGeom>
          <a:solidFill>
            <a:srgbClr val="ED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9153855" y="5923280"/>
            <a:ext cx="118534" cy="111760"/>
          </a:xfrm>
          <a:prstGeom prst="rect">
            <a:avLst/>
          </a:prstGeom>
          <a:solidFill>
            <a:srgbClr val="E8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9272388" y="5923280"/>
            <a:ext cx="118534" cy="111760"/>
          </a:xfrm>
          <a:prstGeom prst="rect">
            <a:avLst/>
          </a:prstGeom>
          <a:solidFill>
            <a:srgbClr val="E4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390921" y="5923280"/>
            <a:ext cx="118534" cy="111760"/>
          </a:xfrm>
          <a:prstGeom prst="rect">
            <a:avLst/>
          </a:prstGeom>
          <a:solidFill>
            <a:srgbClr val="DF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509455" y="5923280"/>
            <a:ext cx="118534" cy="111760"/>
          </a:xfrm>
          <a:prstGeom prst="rect">
            <a:avLst/>
          </a:prstGeom>
          <a:solidFill>
            <a:srgbClr val="DAB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627988" y="5923280"/>
            <a:ext cx="118534" cy="111760"/>
          </a:xfrm>
          <a:prstGeom prst="rect">
            <a:avLst/>
          </a:prstGeom>
          <a:solidFill>
            <a:srgbClr val="D6B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746521" y="5923280"/>
            <a:ext cx="118534" cy="111760"/>
          </a:xfrm>
          <a:prstGeom prst="rect">
            <a:avLst/>
          </a:prstGeom>
          <a:solidFill>
            <a:srgbClr val="D1A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865055" y="5923280"/>
            <a:ext cx="118534" cy="111760"/>
          </a:xfrm>
          <a:prstGeom prst="rect">
            <a:avLst/>
          </a:prstGeom>
          <a:solidFill>
            <a:srgbClr val="CD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983588" y="5923280"/>
            <a:ext cx="118534" cy="111760"/>
          </a:xfrm>
          <a:prstGeom prst="rect">
            <a:avLst/>
          </a:prstGeom>
          <a:solidFill>
            <a:srgbClr val="C8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102121" y="5923280"/>
            <a:ext cx="118534" cy="111760"/>
          </a:xfrm>
          <a:prstGeom prst="rect">
            <a:avLst/>
          </a:prstGeom>
          <a:solidFill>
            <a:srgbClr val="C3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220655" y="5923280"/>
            <a:ext cx="118534" cy="111760"/>
          </a:xfrm>
          <a:prstGeom prst="rect">
            <a:avLst/>
          </a:prstGeom>
          <a:solidFill>
            <a:srgbClr val="B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339188" y="5923280"/>
            <a:ext cx="118534" cy="111760"/>
          </a:xfrm>
          <a:prstGeom prst="rect">
            <a:avLst/>
          </a:prstGeom>
          <a:solidFill>
            <a:srgbClr val="BA8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457721" y="5923280"/>
            <a:ext cx="118534" cy="111760"/>
          </a:xfrm>
          <a:prstGeom prst="rect">
            <a:avLst/>
          </a:prstGeom>
          <a:solidFill>
            <a:srgbClr val="B57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576255" y="5923280"/>
            <a:ext cx="118534" cy="111760"/>
          </a:xfrm>
          <a:prstGeom prst="rect">
            <a:avLst/>
          </a:prstGeom>
          <a:solidFill>
            <a:srgbClr val="B17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694788" y="5923280"/>
            <a:ext cx="118534" cy="111760"/>
          </a:xfrm>
          <a:prstGeom prst="rect">
            <a:avLst/>
          </a:prstGeom>
          <a:solidFill>
            <a:srgbClr val="AC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813321" y="5923280"/>
            <a:ext cx="118534" cy="111760"/>
          </a:xfrm>
          <a:prstGeom prst="rect">
            <a:avLst/>
          </a:prstGeom>
          <a:solidFill>
            <a:srgbClr val="A86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931855" y="5923280"/>
            <a:ext cx="118534" cy="111760"/>
          </a:xfrm>
          <a:prstGeom prst="rect">
            <a:avLst/>
          </a:prstGeom>
          <a:solidFill>
            <a:srgbClr val="A35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050388" y="5923280"/>
            <a:ext cx="118534" cy="111760"/>
          </a:xfrm>
          <a:prstGeom prst="rect">
            <a:avLst/>
          </a:prstGeom>
          <a:solidFill>
            <a:srgbClr val="9E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168921" y="5923280"/>
            <a:ext cx="118534" cy="111760"/>
          </a:xfrm>
          <a:prstGeom prst="rect">
            <a:avLst/>
          </a:prstGeom>
          <a:solidFill>
            <a:srgbClr val="9A4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87455" y="5923280"/>
            <a:ext cx="118534" cy="111760"/>
          </a:xfrm>
          <a:prstGeom prst="rect">
            <a:avLst/>
          </a:prstGeom>
          <a:solidFill>
            <a:srgbClr val="95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405988" y="5923280"/>
            <a:ext cx="118534" cy="111760"/>
          </a:xfrm>
          <a:prstGeom prst="rect">
            <a:avLst/>
          </a:prstGeom>
          <a:solidFill>
            <a:srgbClr val="91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24521" y="5923280"/>
            <a:ext cx="118534" cy="11176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87982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675F"/>
                </a:solidFill>
                <a:latin typeface="IBM Plex Mono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2206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F675F"/>
                </a:solidFill>
                <a:latin typeface="IBM Plex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