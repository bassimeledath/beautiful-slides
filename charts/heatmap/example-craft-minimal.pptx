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201C"/>
                </a:solidFill>
                <a:latin typeface="Instrument Serif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960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7864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8769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9674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579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1483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388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3293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198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5102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6007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6912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7B776F"/>
                </a:solidFill>
                <a:latin typeface="Instrument Sans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198880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65766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32652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99538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66424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33310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00196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6960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2F2ED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76960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57864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6F5F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57864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8769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8F7F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38769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19674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8F7F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19674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00579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5E6E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00579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1483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6BAA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1483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2388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0A69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62388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43293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F978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43293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4198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B938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24198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5102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89F8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05102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86007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FB4A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86007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66912" y="119888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CFD2C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66912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35%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6960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3F3E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76960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57864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7F6F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957864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38769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8F7F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838769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3%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19674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7F6F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19674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00579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0E1D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00579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22%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1483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2B7A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481483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58%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62388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BA19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62388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76%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43293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9917E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43293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24198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68E7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24198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05102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39A8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05102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86007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DB2A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86007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66912" y="186576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C9CCC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66912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40%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76960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0F0E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76960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57864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4F4F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957864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38769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7F6F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838769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19674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6F5F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719674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00579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DDDFD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00579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24%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1483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FB4A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481483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60%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62388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69D8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62388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80%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43293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48C7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43293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94%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124198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18A76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24198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96%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05102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E968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05102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86%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86007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8AD9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86007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66%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766912" y="2532652"/>
            <a:ext cx="876142" cy="662124"/>
          </a:xfrm>
          <a:prstGeom prst="roundRect">
            <a:avLst>
              <a:gd name="adj" fmla="val 2877"/>
            </a:avLst>
          </a:prstGeom>
          <a:solidFill>
            <a:srgbClr val="C2C6BB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66912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76960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FEFE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076960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10%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957864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4F4F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957864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38769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7F6F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38769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19674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7F6F3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19674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00579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DBDCD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600579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26%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481483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DB2A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481483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62%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62388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39A89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62388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82%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43293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28B7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43293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95%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124198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0897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24198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97%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005102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B938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005102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88%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86007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2A89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86007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766912" y="3199538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FC2B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66912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48%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76960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AEAE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76960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14%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957864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FEFE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957864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10%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838769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4F4F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838769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719674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4F4F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719674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600579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D8DAD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600579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28%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1483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2B7A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481483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58%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62388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89F8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62388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78%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243293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8B9381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43293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88%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124198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0988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24198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84%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005102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69D8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005102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80%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886007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0A69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86007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72%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766912" y="3866424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DB2A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66912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62%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76960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0E1D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76960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22%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957864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5E6E0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957864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18%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838769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DEDE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838769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12%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719674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2F2ED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719674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8%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00579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8E8E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00579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16%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1483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D3D5CD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481483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32%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62388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CC0B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62388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50%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43293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2B7A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43293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58%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124198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AAFA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24198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64%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05102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0A69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005102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72%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886007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69D8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86007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80%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766912" y="4533310"/>
            <a:ext cx="876142" cy="662124"/>
          </a:xfrm>
          <a:prstGeom prst="roundRect">
            <a:avLst>
              <a:gd name="adj" fmla="val 2877"/>
            </a:avLst>
          </a:prstGeom>
          <a:solidFill>
            <a:srgbClr val="989F8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66912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78%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76960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DCDED6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076960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25%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57864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2E3DD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1957864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20%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838769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AEAE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38769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14%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719674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F0F0EC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719674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9%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600579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EAEAE5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00579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14%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481483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D8DAD2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481483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28%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62388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C6C9B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62388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42%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243293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CC0B4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43293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50%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124198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7BBA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24198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54%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005102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FB4A7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005102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60%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9886007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A8AD9F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86007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66%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766912" y="5200196"/>
            <a:ext cx="876142" cy="662124"/>
          </a:xfrm>
          <a:prstGeom prst="roundRect">
            <a:avLst>
              <a:gd name="adj" fmla="val 2877"/>
            </a:avLst>
          </a:prstGeom>
          <a:solidFill>
            <a:srgbClr val="B2B7AA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66912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01C"/>
                </a:solidFill>
                <a:latin typeface="Instrument Sans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98255" y="5923280"/>
            <a:ext cx="118534" cy="11176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916788" y="5923280"/>
            <a:ext cx="118534" cy="111760"/>
          </a:xfrm>
          <a:prstGeom prst="rect">
            <a:avLst/>
          </a:prstGeom>
          <a:solidFill>
            <a:srgbClr val="F6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9035321" y="5923280"/>
            <a:ext cx="118534" cy="111760"/>
          </a:xfrm>
          <a:prstGeom prst="rect">
            <a:avLst/>
          </a:prstGeom>
          <a:solidFill>
            <a:srgbClr val="F1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9153855" y="5923280"/>
            <a:ext cx="118534" cy="111760"/>
          </a:xfrm>
          <a:prstGeom prst="rect">
            <a:avLst/>
          </a:prstGeom>
          <a:solidFill>
            <a:srgbClr val="EB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9272388" y="5923280"/>
            <a:ext cx="118534" cy="111760"/>
          </a:xfrm>
          <a:prstGeom prst="rect">
            <a:avLst/>
          </a:prstGeom>
          <a:solidFill>
            <a:srgbClr val="E6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390921" y="5923280"/>
            <a:ext cx="118534" cy="111760"/>
          </a:xfrm>
          <a:prstGeom prst="rect">
            <a:avLst/>
          </a:prstGeom>
          <a:solidFill>
            <a:srgbClr val="E0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509455" y="5923280"/>
            <a:ext cx="118534" cy="111760"/>
          </a:xfrm>
          <a:prstGeom prst="rect">
            <a:avLst/>
          </a:prstGeom>
          <a:solidFill>
            <a:srgbClr val="DB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627988" y="5923280"/>
            <a:ext cx="118534" cy="111760"/>
          </a:xfrm>
          <a:prstGeom prst="rect">
            <a:avLst/>
          </a:prstGeom>
          <a:solidFill>
            <a:srgbClr val="D5D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746521" y="5923280"/>
            <a:ext cx="118534" cy="111760"/>
          </a:xfrm>
          <a:prstGeom prst="rect">
            <a:avLst/>
          </a:prstGeom>
          <a:solidFill>
            <a:srgbClr val="CFD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865055" y="5923280"/>
            <a:ext cx="118534" cy="111760"/>
          </a:xfrm>
          <a:prstGeom prst="rect">
            <a:avLst/>
          </a:prstGeom>
          <a:solidFill>
            <a:srgbClr val="CAC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983588" y="5923280"/>
            <a:ext cx="118534" cy="111760"/>
          </a:xfrm>
          <a:prstGeom prst="rect">
            <a:avLst/>
          </a:prstGeom>
          <a:solidFill>
            <a:srgbClr val="C4C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102121" y="5923280"/>
            <a:ext cx="118534" cy="111760"/>
          </a:xfrm>
          <a:prstGeom prst="rect">
            <a:avLst/>
          </a:prstGeom>
          <a:solidFill>
            <a:srgbClr val="BFC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220655" y="5923280"/>
            <a:ext cx="118534" cy="111760"/>
          </a:xfrm>
          <a:prstGeom prst="rect">
            <a:avLst/>
          </a:prstGeom>
          <a:solidFill>
            <a:srgbClr val="B9B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339188" y="5923280"/>
            <a:ext cx="118534" cy="111760"/>
          </a:xfrm>
          <a:prstGeom prst="rect">
            <a:avLst/>
          </a:prstGeom>
          <a:solidFill>
            <a:srgbClr val="B4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457721" y="5923280"/>
            <a:ext cx="118534" cy="111760"/>
          </a:xfrm>
          <a:prstGeom prst="rect">
            <a:avLst/>
          </a:prstGeom>
          <a:solidFill>
            <a:srgbClr val="AE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576255" y="5923280"/>
            <a:ext cx="118534" cy="111760"/>
          </a:xfrm>
          <a:prstGeom prst="rect">
            <a:avLst/>
          </a:prstGeom>
          <a:solidFill>
            <a:srgbClr val="A9A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694788" y="5923280"/>
            <a:ext cx="118534" cy="111760"/>
          </a:xfrm>
          <a:prstGeom prst="rect">
            <a:avLst/>
          </a:prstGeom>
          <a:solidFill>
            <a:srgbClr val="A3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813321" y="5923280"/>
            <a:ext cx="118534" cy="111760"/>
          </a:xfrm>
          <a:prstGeom prst="rect">
            <a:avLst/>
          </a:prstGeom>
          <a:solidFill>
            <a:srgbClr val="9DA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931855" y="5923280"/>
            <a:ext cx="118534" cy="111760"/>
          </a:xfrm>
          <a:prstGeom prst="rect">
            <a:avLst/>
          </a:prstGeom>
          <a:solidFill>
            <a:srgbClr val="98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050388" y="5923280"/>
            <a:ext cx="118534" cy="111760"/>
          </a:xfrm>
          <a:prstGeom prst="rect">
            <a:avLst/>
          </a:prstGeom>
          <a:solidFill>
            <a:srgbClr val="929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168921" y="5923280"/>
            <a:ext cx="118534" cy="111760"/>
          </a:xfrm>
          <a:prstGeom prst="rect">
            <a:avLst/>
          </a:prstGeom>
          <a:solidFill>
            <a:srgbClr val="8D9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87455" y="5923280"/>
            <a:ext cx="118534" cy="111760"/>
          </a:xfrm>
          <a:prstGeom prst="rect">
            <a:avLst/>
          </a:prstGeom>
          <a:solidFill>
            <a:srgbClr val="878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405988" y="5923280"/>
            <a:ext cx="118534" cy="111760"/>
          </a:xfrm>
          <a:prstGeom prst="rect">
            <a:avLst/>
          </a:prstGeom>
          <a:solidFill>
            <a:srgbClr val="82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24521" y="5923280"/>
            <a:ext cx="118534" cy="111760"/>
          </a:xfrm>
          <a:prstGeom prst="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87982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B776F"/>
                </a:solidFill>
                <a:latin typeface="Instrument Sans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2206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6F"/>
                </a:solidFill>
                <a:latin typeface="Instrument Sans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