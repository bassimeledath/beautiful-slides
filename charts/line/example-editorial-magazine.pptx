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Revenue retention by cohort, first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11441"/>
            <a:ext cx="11031323" cy="276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F675F"/>
                </a:solidFill>
                <a:latin typeface="Newsreader"/>
              </a:rPr>
              <a:t>Revenue retention (%)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7000" y="5652441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97000" y="4828088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97000" y="4003735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97000" y="3179383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7000" y="2355030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7000" y="1530678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3864" y="5545761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64" y="4721408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64" y="3897055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864" y="3072703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64" y="2248350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864" y="1423998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7000" y="1530678"/>
            <a:ext cx="0" cy="4121763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000" y="5652441"/>
            <a:ext cx="8510085" cy="0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3302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76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1650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823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7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9171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8345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7518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6692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5866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40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4213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387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000" y="5939166"/>
            <a:ext cx="851008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F675F"/>
                </a:solidFill>
                <a:latin typeface="Newsreader"/>
              </a:rPr>
              <a:t>Months from cohort start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97000" y="4828088"/>
            <a:ext cx="709173" cy="329741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6173" y="5157829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15347" y="5157829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4521" y="4828088"/>
            <a:ext cx="709174" cy="329741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33695" y="4663217"/>
            <a:ext cx="709173" cy="164871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42868" y="4498347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52042" y="4333476"/>
            <a:ext cx="709174" cy="164871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61216" y="4168606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0390" y="4168606"/>
            <a:ext cx="709173" cy="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79563" y="4003735"/>
            <a:ext cx="709174" cy="164871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88737" y="4003735"/>
            <a:ext cx="709174" cy="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97911" y="3838865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7885" y="3716945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F675F"/>
                </a:solidFill>
                <a:latin typeface="Newsreader"/>
              </a:rPr>
              <a:t>Q1 '25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7000" y="4828088"/>
            <a:ext cx="709173" cy="16487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06173" y="4828088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15347" y="4498347"/>
            <a:ext cx="709174" cy="329741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4521" y="4168606"/>
            <a:ext cx="709174" cy="329741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33695" y="4003735"/>
            <a:ext cx="709173" cy="164871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42868" y="3838865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52042" y="3838865"/>
            <a:ext cx="709174" cy="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61216" y="3673994"/>
            <a:ext cx="709174" cy="164871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70390" y="3509124"/>
            <a:ext cx="709173" cy="16487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79563" y="3344253"/>
            <a:ext cx="709174" cy="164871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588737" y="3179383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97911" y="3179383"/>
            <a:ext cx="709174" cy="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57885" y="3057463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F675F"/>
                </a:solidFill>
                <a:latin typeface="Newsreader"/>
              </a:rPr>
              <a:t>Q2 '25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497000" y="4498347"/>
            <a:ext cx="709173" cy="329741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06173" y="3838865"/>
            <a:ext cx="709174" cy="659482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15347" y="3344253"/>
            <a:ext cx="709174" cy="494612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24521" y="3179383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33695" y="2849642"/>
            <a:ext cx="709173" cy="329741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2868" y="2849642"/>
            <a:ext cx="709174" cy="0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52042" y="2684771"/>
            <a:ext cx="709174" cy="164871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61216" y="2684771"/>
            <a:ext cx="709174" cy="0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221190" y="2562851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F675F"/>
                </a:solidFill>
                <a:latin typeface="Newsreader"/>
              </a:rPr>
              <a:t>Q3 '25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97000" y="4168606"/>
            <a:ext cx="709173" cy="659482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6173" y="3014512"/>
            <a:ext cx="709174" cy="1154094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15347" y="1860419"/>
            <a:ext cx="709174" cy="1154093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573721" y="1809619"/>
            <a:ext cx="101600" cy="1016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04201" y="1840099"/>
            <a:ext cx="40640" cy="40640"/>
          </a:xfrm>
          <a:prstGeom prst="ellipse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321" y="1738499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C2F39"/>
                </a:solidFill>
                <a:latin typeface="Newsreader"/>
              </a:rPr>
              <a:t>Q4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