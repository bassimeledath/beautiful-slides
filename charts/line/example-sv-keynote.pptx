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637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Revenue retention by cohort, first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82307"/>
            <a:ext cx="1103132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Manrope"/>
              </a:rPr>
              <a:t>Revenue retention (%)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97000" y="5566081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97000" y="4780082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97000" y="3994083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97000" y="3208085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97000" y="2422086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7000" y="1636088"/>
            <a:ext cx="851008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3864" y="5441621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864" y="4655622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64" y="3869624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864" y="3083625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64" y="2297627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864" y="1511628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97000" y="1636088"/>
            <a:ext cx="0" cy="3929993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7000" y="5566081"/>
            <a:ext cx="8510085" cy="0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3302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76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1650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0823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97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9171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8345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7518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6692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5866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40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4213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387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7000" y="5893446"/>
            <a:ext cx="8510085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9AA4B2"/>
                </a:solidFill>
                <a:latin typeface="Manrope"/>
              </a:rPr>
              <a:t>Months from cohort start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97000" y="4780082"/>
            <a:ext cx="709173" cy="314399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6173" y="5094481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15347" y="5094481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24521" y="4780082"/>
            <a:ext cx="709174" cy="314399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333695" y="4622882"/>
            <a:ext cx="709173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42868" y="4465682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52042" y="4308483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61216" y="4151283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0390" y="4151283"/>
            <a:ext cx="709173" cy="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79563" y="3994083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88737" y="3994083"/>
            <a:ext cx="709174" cy="0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297911" y="3836884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7885" y="3694644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Manrope"/>
              </a:rPr>
              <a:t>Q1 '25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97000" y="4780082"/>
            <a:ext cx="709173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06173" y="4780082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15347" y="4465682"/>
            <a:ext cx="709174" cy="3144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24521" y="4151283"/>
            <a:ext cx="709174" cy="314399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33695" y="3994083"/>
            <a:ext cx="709173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42868" y="3836884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52042" y="3836884"/>
            <a:ext cx="709174" cy="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61216" y="3679684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170390" y="3522484"/>
            <a:ext cx="709173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79563" y="3365284"/>
            <a:ext cx="709174" cy="15720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588737" y="3208085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97911" y="3208085"/>
            <a:ext cx="709174" cy="0"/>
          </a:xfrm>
          <a:prstGeom prst="line">
            <a:avLst/>
          </a:prstGeom>
          <a:ln w="15875">
            <a:solidFill>
              <a:srgbClr val="9AA4B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57885" y="3065845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Manrope"/>
              </a:rPr>
              <a:t>Q2 '25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497000" y="4465682"/>
            <a:ext cx="709173" cy="314400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06173" y="3836884"/>
            <a:ext cx="709174" cy="628798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15347" y="3365284"/>
            <a:ext cx="709174" cy="471600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24521" y="3208085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33695" y="2893685"/>
            <a:ext cx="709173" cy="314400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042868" y="2893685"/>
            <a:ext cx="709174" cy="0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52042" y="2736486"/>
            <a:ext cx="709174" cy="157199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461216" y="2736486"/>
            <a:ext cx="709174" cy="0"/>
          </a:xfrm>
          <a:prstGeom prst="line">
            <a:avLst/>
          </a:prstGeom>
          <a:ln w="15875">
            <a:solidFill>
              <a:srgbClr val="9AA4B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221190" y="2594246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Manrope"/>
              </a:rPr>
              <a:t>Q3 '25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497000" y="4151283"/>
            <a:ext cx="709173" cy="628799"/>
          </a:xfrm>
          <a:prstGeom prst="line">
            <a:avLst/>
          </a:prstGeom>
          <a:ln w="317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6173" y="3050885"/>
            <a:ext cx="709174" cy="1100398"/>
          </a:xfrm>
          <a:prstGeom prst="line">
            <a:avLst/>
          </a:prstGeom>
          <a:ln w="317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15347" y="1950487"/>
            <a:ext cx="709174" cy="1100398"/>
          </a:xfrm>
          <a:prstGeom prst="line">
            <a:avLst/>
          </a:prstGeom>
          <a:ln w="317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573721" y="1899687"/>
            <a:ext cx="101600" cy="1016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04201" y="1930167"/>
            <a:ext cx="40640" cy="40640"/>
          </a:xfrm>
          <a:prstGeom prst="ellipse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321" y="1808247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D4FD"/>
                </a:solidFill>
                <a:latin typeface="Manrope"/>
              </a:rPr>
              <a:t>Q4 '25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