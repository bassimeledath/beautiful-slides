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11441"/>
            <a:ext cx="11031323" cy="276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B776F"/>
                </a:solidFill>
                <a:latin typeface="Instrument Sans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828088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4003735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179383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355030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530678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545761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72140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97055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72703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48350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42399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530678"/>
            <a:ext cx="0" cy="4121763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939166"/>
            <a:ext cx="851008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7B776F"/>
                </a:solidFill>
                <a:latin typeface="Instrument Sans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828088"/>
            <a:ext cx="709173" cy="32974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157829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157829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828088"/>
            <a:ext cx="709174" cy="32974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63217"/>
            <a:ext cx="709173" cy="16487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98347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33476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68606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68606"/>
            <a:ext cx="709173" cy="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4003735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4003735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8865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716945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B776F"/>
                </a:solidFill>
                <a:latin typeface="Instrument Sans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828088"/>
            <a:ext cx="709173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828088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98347"/>
            <a:ext cx="709174" cy="32974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68606"/>
            <a:ext cx="709174" cy="32974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4003735"/>
            <a:ext cx="709173" cy="16487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8865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8865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3994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09124"/>
            <a:ext cx="709173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44253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179383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179383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57463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B776F"/>
                </a:solidFill>
                <a:latin typeface="Instrument Sans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98347"/>
            <a:ext cx="709173" cy="329741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8865"/>
            <a:ext cx="709174" cy="659482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44253"/>
            <a:ext cx="709174" cy="494612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179383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49642"/>
            <a:ext cx="709173" cy="329741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49642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684771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684771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62851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B776F"/>
                </a:solidFill>
                <a:latin typeface="Instrument Sans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68606"/>
            <a:ext cx="709173" cy="659482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14512"/>
            <a:ext cx="709174" cy="1154094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860419"/>
            <a:ext cx="709174" cy="1154093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09619"/>
            <a:ext cx="101600" cy="1016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840099"/>
            <a:ext cx="40640" cy="40640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738499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C8571"/>
                </a:solidFill>
                <a:latin typeface="Instrument Sans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