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37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82307"/>
            <a:ext cx="1103132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E6A73"/>
                </a:solidFill>
                <a:latin typeface="Plus Jakarta Sans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780082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3994083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208085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422086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636088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441621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655622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69624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83625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97627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511628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636088"/>
            <a:ext cx="0" cy="3929993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893446"/>
            <a:ext cx="8510085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E6A73"/>
                </a:solidFill>
                <a:latin typeface="Plus Jakarta Sans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780082"/>
            <a:ext cx="709173" cy="3143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094481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094481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780082"/>
            <a:ext cx="709174" cy="3143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22882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65682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08483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51283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51283"/>
            <a:ext cx="709173" cy="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3994083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3994083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6884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694644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E6A73"/>
                </a:solidFill>
                <a:latin typeface="Plus Jakarta Sans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780082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780082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65682"/>
            <a:ext cx="709174" cy="3144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51283"/>
            <a:ext cx="709174" cy="314399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3994083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6884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6884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9684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22484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65284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208085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208085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65845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E6A73"/>
                </a:solidFill>
                <a:latin typeface="Plus Jakarta Sans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65682"/>
            <a:ext cx="709173" cy="31440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6884"/>
            <a:ext cx="709174" cy="628798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65284"/>
            <a:ext cx="709174" cy="47160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208085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93685"/>
            <a:ext cx="709173" cy="31440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93685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736486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736486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94246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E6A73"/>
                </a:solidFill>
                <a:latin typeface="Plus Jakarta Sans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51283"/>
            <a:ext cx="709173" cy="628799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50885"/>
            <a:ext cx="709174" cy="1100398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950487"/>
            <a:ext cx="709174" cy="1100398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99687"/>
            <a:ext cx="101600" cy="1016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930167"/>
            <a:ext cx="40640" cy="40640"/>
          </a:xfrm>
          <a:prstGeom prst="ellipse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808247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7A00"/>
                </a:solidFill>
                <a:latin typeface="Plus Jakarta Sans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