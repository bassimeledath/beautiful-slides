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768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768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$47.2M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+12.4% vs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Source: NetSuite, Apr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48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2915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2915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72.8%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15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C2F39"/>
                </a:solidFill>
                <a:latin typeface="IBM Plex Mono"/>
              </a:rPr>
              <a:t>▼ -1.1 pts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Non-GAAP, ex. one-time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5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1062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NPS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1062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1062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+6 vs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062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