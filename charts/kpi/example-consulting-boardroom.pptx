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333239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768" y="1805025"/>
            <a:ext cx="286586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768" y="2057754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01828"/>
                </a:solidFill>
                <a:latin typeface="Public Sans"/>
              </a:rPr>
              <a:t>$47.2M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2970884"/>
            <a:ext cx="286586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5603A"/>
                </a:solidFill>
                <a:latin typeface="Public Sans"/>
              </a:rPr>
              <a:t>▲ +12.4% vs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4344315"/>
            <a:ext cx="2865863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Source: NetSuite, Apr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48" y="1508760"/>
            <a:ext cx="333239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2915" y="1805025"/>
            <a:ext cx="286586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2915" y="2057754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01828"/>
                </a:solidFill>
                <a:latin typeface="Public Sans"/>
              </a:rPr>
              <a:t>72.8%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15" y="2970884"/>
            <a:ext cx="286586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4C81"/>
                </a:solidFill>
                <a:latin typeface="Public Sans"/>
              </a:rPr>
              <a:t>▼ -1.1 pts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4344315"/>
            <a:ext cx="2865863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Non-GAAP, ex. one-time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5" y="1508760"/>
            <a:ext cx="3332397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1062" y="1805025"/>
            <a:ext cx="286586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NPS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1062" y="2057754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01828"/>
                </a:solidFill>
                <a:latin typeface="Public Sans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1062" y="2970884"/>
            <a:ext cx="286586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5603A"/>
                </a:solidFill>
                <a:latin typeface="Public Sans"/>
              </a:rPr>
              <a:t>▲ +6 vs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062" y="4344315"/>
            <a:ext cx="2865863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