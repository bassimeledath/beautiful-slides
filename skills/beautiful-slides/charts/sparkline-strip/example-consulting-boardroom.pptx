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480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Key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702" y="1382975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702" y="1563892"/>
            <a:ext cx="316090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$2.40M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702" y="1828052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5603A"/>
                </a:solidFill>
                <a:latin typeface="Public Sans"/>
              </a:rPr>
              <a:t>+0.30 vs prev quarter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795702" y="2592553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1247259" y="2485873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1698817" y="2379193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50374" y="2379193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601932" y="2272513"/>
            <a:ext cx="451557" cy="21336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053489" y="2165833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505047" y="2059153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924855" y="2027403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5395" y="1382975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Active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5395" y="1563892"/>
            <a:ext cx="316090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14200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5395" y="1828052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5603A"/>
                </a:solidFill>
                <a:latin typeface="Public Sans"/>
              </a:rPr>
              <a:t>+1200 MoM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4515395" y="2599220"/>
            <a:ext cx="451557" cy="100013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4966952" y="2499208"/>
            <a:ext cx="451558" cy="100012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418510" y="2339188"/>
            <a:ext cx="451557" cy="1600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870067" y="2259178"/>
            <a:ext cx="451558" cy="8001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21625" y="2199170"/>
            <a:ext cx="451557" cy="60008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6773182" y="2099158"/>
            <a:ext cx="451558" cy="100012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224740" y="2059153"/>
            <a:ext cx="451558" cy="40005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7644548" y="2027403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5088" y="1382975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Churn 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5088" y="1563892"/>
            <a:ext cx="316090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3.20%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5088" y="1828052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F4C81"/>
                </a:solidFill>
                <a:latin typeface="Public Sans"/>
              </a:rPr>
              <a:t>-0.50 vs last month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5088" y="2059153"/>
            <a:ext cx="451557" cy="14224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86645" y="2201393"/>
            <a:ext cx="451558" cy="711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138203" y="2272513"/>
            <a:ext cx="451557" cy="711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89760" y="2343633"/>
            <a:ext cx="451558" cy="14224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041318" y="2485873"/>
            <a:ext cx="451557" cy="711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492875" y="2556993"/>
            <a:ext cx="451558" cy="711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944433" y="2628113"/>
            <a:ext cx="451558" cy="711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1364241" y="2667483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702" y="4002031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NPS 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702" y="4182948"/>
            <a:ext cx="316090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702" y="4447108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5603A"/>
                </a:solidFill>
                <a:latin typeface="Public Sans"/>
              </a:rPr>
              <a:t>+4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795702" y="5211609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247259" y="5051589"/>
            <a:ext cx="451558" cy="1600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698817" y="4944909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2150374" y="4891569"/>
            <a:ext cx="451558" cy="5334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601932" y="4784889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3053489" y="4731549"/>
            <a:ext cx="451558" cy="5334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3505047" y="4678209"/>
            <a:ext cx="451558" cy="5334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3924855" y="4646459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15395" y="4002031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Avg Deal Size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15395" y="4182948"/>
            <a:ext cx="316090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$48.5K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15395" y="4447108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5603A"/>
                </a:solidFill>
                <a:latin typeface="Public Sans"/>
              </a:rPr>
              <a:t>+3.20 QoQ</a:t>
            </a:r>
          </a:p>
        </p:txBody>
      </p:sp>
      <p:cxnSp>
        <p:nvCxnSpPr>
          <p:cNvPr id="51" name="Connector 50"/>
          <p:cNvCxnSpPr/>
          <p:nvPr/>
        </p:nvCxnSpPr>
        <p:spPr>
          <a:xfrm flipV="1">
            <a:off x="4515395" y="5196369"/>
            <a:ext cx="451557" cy="1219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66952" y="5074449"/>
            <a:ext cx="451558" cy="1219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418510" y="4952529"/>
            <a:ext cx="451557" cy="12192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870067" y="4891569"/>
            <a:ext cx="451558" cy="6096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6321625" y="4830609"/>
            <a:ext cx="451557" cy="6096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6773182" y="4769649"/>
            <a:ext cx="451558" cy="6096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7224740" y="4678209"/>
            <a:ext cx="451558" cy="9144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7644548" y="4646459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35088" y="4002031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101828"/>
                </a:solidFill>
                <a:latin typeface="Public Sans"/>
              </a:rPr>
              <a:t>Support CSAT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35088" y="4182948"/>
            <a:ext cx="3160903" cy="264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94%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35088" y="4447108"/>
            <a:ext cx="3160903" cy="1485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05603A"/>
                </a:solidFill>
                <a:latin typeface="Public Sans"/>
              </a:rPr>
              <a:t>+2 vs target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8235088" y="5211609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8686645" y="5104929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9138203" y="4998249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9589760" y="4891569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10041318" y="4784889"/>
            <a:ext cx="451557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10492875" y="4784889"/>
            <a:ext cx="451558" cy="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10944433" y="4678209"/>
            <a:ext cx="451558" cy="106680"/>
          </a:xfrm>
          <a:prstGeom prst="line">
            <a:avLst/>
          </a:prstGeom>
          <a:ln w="190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11364241" y="4646459"/>
            <a:ext cx="63500" cy="635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