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172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Key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839" y="1520272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839" y="1750739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$2.40M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839" y="2097449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7B26A"/>
                </a:solidFill>
                <a:latin typeface="JetBrains Mono"/>
              </a:rPr>
              <a:t>+0.30 vs prev quarter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95839" y="2894984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47684" y="2788304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99529" y="2681624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51374" y="2681624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3219" y="2574944"/>
            <a:ext cx="451845" cy="21336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55064" y="2468264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06909" y="2361584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927004" y="232983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4389" y="1520272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Active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4389" y="1750739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14200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389" y="2097449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7B26A"/>
                </a:solidFill>
                <a:latin typeface="JetBrains Mono"/>
              </a:rPr>
              <a:t>+1200 MoM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514389" y="2901651"/>
            <a:ext cx="451845" cy="100013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66234" y="2801639"/>
            <a:ext cx="451845" cy="100012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18079" y="2641619"/>
            <a:ext cx="451845" cy="1600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869924" y="2561609"/>
            <a:ext cx="451845" cy="8001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21769" y="2501601"/>
            <a:ext cx="451845" cy="60008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73614" y="2401589"/>
            <a:ext cx="451845" cy="100012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5459" y="2361584"/>
            <a:ext cx="451845" cy="40005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45554" y="232983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939" y="1520272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Churn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939" y="1750739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3.20%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939" y="2097449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1D4FD"/>
                </a:solidFill>
                <a:latin typeface="JetBrains Mono"/>
              </a:rPr>
              <a:t>-0.50 vs last month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2939" y="2361584"/>
            <a:ext cx="451845" cy="14224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4784" y="2503824"/>
            <a:ext cx="451845" cy="711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36629" y="2574944"/>
            <a:ext cx="451845" cy="711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88474" y="2646064"/>
            <a:ext cx="451845" cy="14224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0319" y="2788304"/>
            <a:ext cx="451845" cy="711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92164" y="2859424"/>
            <a:ext cx="451845" cy="711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44009" y="2930544"/>
            <a:ext cx="451845" cy="711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364104" y="2969914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839" y="4069034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NPS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839" y="4299501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839" y="4646211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7B26A"/>
                </a:solidFill>
                <a:latin typeface="JetBrains Mono"/>
              </a:rPr>
              <a:t>+4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95839" y="544374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47684" y="5283726"/>
            <a:ext cx="451845" cy="1600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99529" y="517704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51374" y="5123706"/>
            <a:ext cx="451845" cy="5334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03219" y="501702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5064" y="4963686"/>
            <a:ext cx="451845" cy="5334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06909" y="4910346"/>
            <a:ext cx="451845" cy="5334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927004" y="4878596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4389" y="4069034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Avg Deal Size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4389" y="4299501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$48.5K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4389" y="4646211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7B26A"/>
                </a:solidFill>
                <a:latin typeface="JetBrains Mono"/>
              </a:rPr>
              <a:t>+3.20 QoQ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514389" y="5428506"/>
            <a:ext cx="451845" cy="1219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66234" y="5306586"/>
            <a:ext cx="451845" cy="1219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418079" y="5184666"/>
            <a:ext cx="451845" cy="12192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69924" y="5123706"/>
            <a:ext cx="451845" cy="6096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21769" y="5062746"/>
            <a:ext cx="451845" cy="6096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73614" y="5001786"/>
            <a:ext cx="451845" cy="6096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5459" y="4910346"/>
            <a:ext cx="451845" cy="9144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45554" y="4878596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2939" y="4069034"/>
            <a:ext cx="3162915" cy="198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Manrope"/>
              </a:rPr>
              <a:t>Support CSAT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2939" y="4299501"/>
            <a:ext cx="3162915" cy="346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94%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2939" y="4646211"/>
            <a:ext cx="3162915" cy="1816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7B26A"/>
                </a:solidFill>
                <a:latin typeface="JetBrains Mono"/>
              </a:rPr>
              <a:t>+2 vs target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232939" y="544374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684784" y="533706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136629" y="523038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588474" y="512370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40319" y="501702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92164" y="5017026"/>
            <a:ext cx="451845" cy="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944009" y="4910346"/>
            <a:ext cx="451845" cy="106680"/>
          </a:xfrm>
          <a:prstGeom prst="line">
            <a:avLst/>
          </a:prstGeom>
          <a:ln w="19050">
            <a:solidFill>
              <a:srgbClr val="21D4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364104" y="4878596"/>
            <a:ext cx="63500" cy="63500"/>
          </a:xfrm>
          <a:prstGeom prst="ellipse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