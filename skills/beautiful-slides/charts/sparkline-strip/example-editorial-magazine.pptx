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Key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770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770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$2.40M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770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5B00"/>
                </a:solidFill>
                <a:latin typeface="IBM Plex Mono"/>
              </a:rPr>
              <a:t>+0.30 vs prev quarter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95770" y="2760278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47471" y="2653598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99172" y="2546918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0874" y="2546918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2575" y="2440238"/>
            <a:ext cx="451702" cy="21336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54277" y="2333558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05978" y="2226878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25930" y="2195128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892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Active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892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14200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92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5B00"/>
                </a:solidFill>
                <a:latin typeface="IBM Plex Mono"/>
              </a:rPr>
              <a:t>+1200 MoM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14892" y="2766945"/>
            <a:ext cx="451701" cy="100013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66593" y="2666933"/>
            <a:ext cx="451701" cy="100012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18294" y="2506913"/>
            <a:ext cx="451702" cy="1600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69996" y="2426903"/>
            <a:ext cx="451701" cy="8001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21697" y="2366895"/>
            <a:ext cx="451702" cy="60008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73399" y="2266883"/>
            <a:ext cx="451701" cy="100012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5100" y="2226878"/>
            <a:ext cx="451702" cy="40005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45052" y="2195128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4014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Churn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014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3.20%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014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C2F39"/>
                </a:solidFill>
                <a:latin typeface="IBM Plex Mono"/>
              </a:rPr>
              <a:t>-0.50 vs last month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4014" y="2226878"/>
            <a:ext cx="451701" cy="1422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5715" y="2369118"/>
            <a:ext cx="451701" cy="711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7416" y="2440238"/>
            <a:ext cx="451702" cy="711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89118" y="2511358"/>
            <a:ext cx="451701" cy="1422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0819" y="2653598"/>
            <a:ext cx="451702" cy="711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92521" y="2724718"/>
            <a:ext cx="451701" cy="711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44222" y="2795838"/>
            <a:ext cx="451702" cy="711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364174" y="2835208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770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NPS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770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770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5B00"/>
                </a:solidFill>
                <a:latin typeface="IBM Plex Mono"/>
              </a:rPr>
              <a:t>+4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95770" y="5344187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7471" y="5184167"/>
            <a:ext cx="451701" cy="1600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99172" y="5077487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50874" y="5024147"/>
            <a:ext cx="451701" cy="533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02575" y="4917467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277" y="4864127"/>
            <a:ext cx="451701" cy="533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05978" y="4810787"/>
            <a:ext cx="451702" cy="533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25930" y="4779037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4892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Avg Deal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4892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$48.5K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4892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5B00"/>
                </a:solidFill>
                <a:latin typeface="IBM Plex Mono"/>
              </a:rPr>
              <a:t>+3.20 QoQ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514892" y="5328947"/>
            <a:ext cx="451701" cy="1219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66593" y="5207027"/>
            <a:ext cx="451701" cy="1219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418294" y="5085107"/>
            <a:ext cx="451702" cy="12192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69996" y="5024147"/>
            <a:ext cx="451701" cy="6096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1697" y="4963187"/>
            <a:ext cx="451702" cy="6096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73399" y="4902227"/>
            <a:ext cx="451701" cy="6096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5100" y="4810787"/>
            <a:ext cx="451702" cy="9144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45052" y="4779037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4014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Support CSAT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4014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81514"/>
                </a:solidFill>
                <a:latin typeface="Fraunces"/>
              </a:rP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4014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5B00"/>
                </a:solidFill>
                <a:latin typeface="IBM Plex Mono"/>
              </a:rPr>
              <a:t>+2 vs target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234014" y="5344187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685715" y="5237507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37416" y="5130827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89118" y="5024147"/>
            <a:ext cx="451701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40819" y="4917467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2521" y="4917467"/>
            <a:ext cx="451701" cy="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44222" y="4810787"/>
            <a:ext cx="451702" cy="106680"/>
          </a:xfrm>
          <a:prstGeom prst="line">
            <a:avLst/>
          </a:prstGeom>
          <a:ln w="190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64174" y="4779037"/>
            <a:ext cx="63500" cy="635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