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Product portfolio 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717794"/>
            <a:ext cx="7820097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4876225"/>
            <a:ext cx="7820097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034657"/>
            <a:ext cx="7820097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193089"/>
            <a:ext cx="7820097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2351521"/>
            <a:ext cx="7820097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1509953"/>
            <a:ext cx="7820097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98144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2163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26183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90202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54222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34125" y="5717794"/>
            <a:ext cx="7820097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34125" y="1509953"/>
            <a:ext cx="0" cy="4207841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3535" y="5620004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535" y="4778435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535" y="3936867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35" y="3095299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535" y="2253731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1412163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445" y="5748997"/>
            <a:ext cx="2085359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5464" y="5748997"/>
            <a:ext cx="2085359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9484" y="5748997"/>
            <a:ext cx="2085359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3503" y="5748997"/>
            <a:ext cx="2085359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7523" y="5748997"/>
            <a:ext cx="2085359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542" y="5748997"/>
            <a:ext cx="2085359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4125" y="5954979"/>
            <a:ext cx="7820097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Customer satisfaction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4125" y="1265631"/>
            <a:ext cx="7820097" cy="2235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Revenue contribution (%)</a:t>
            </a:r>
          </a:p>
        </p:txBody>
      </p:sp>
      <p:sp>
        <p:nvSpPr>
          <p:cNvPr id="32" name="Oval 31"/>
          <p:cNvSpPr/>
          <p:nvPr/>
        </p:nvSpPr>
        <p:spPr>
          <a:xfrm>
            <a:off x="6652592" y="1995921"/>
            <a:ext cx="711200" cy="711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9192" y="2285481"/>
            <a:ext cx="72644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Core Platform</a:t>
            </a:r>
          </a:p>
        </p:txBody>
      </p:sp>
      <p:sp>
        <p:nvSpPr>
          <p:cNvPr id="34" name="Oval 33"/>
          <p:cNvSpPr/>
          <p:nvPr/>
        </p:nvSpPr>
        <p:spPr>
          <a:xfrm>
            <a:off x="5956210" y="2923116"/>
            <a:ext cx="539946" cy="539946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1556" y="3127049"/>
            <a:ext cx="50292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Analytics</a:t>
            </a:r>
          </a:p>
        </p:txBody>
      </p:sp>
      <p:sp>
        <p:nvSpPr>
          <p:cNvPr id="36" name="Oval 35"/>
          <p:cNvSpPr/>
          <p:nvPr/>
        </p:nvSpPr>
        <p:spPr>
          <a:xfrm>
            <a:off x="7731889" y="3399158"/>
            <a:ext cx="429430" cy="42943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6719" y="3547833"/>
            <a:ext cx="55880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Mobile App</a:t>
            </a:r>
          </a:p>
        </p:txBody>
      </p:sp>
      <p:sp>
        <p:nvSpPr>
          <p:cNvPr id="38" name="Oval 37"/>
          <p:cNvSpPr/>
          <p:nvPr/>
        </p:nvSpPr>
        <p:spPr>
          <a:xfrm>
            <a:off x="3249655" y="4294148"/>
            <a:ext cx="322586" cy="322586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7641" y="4389401"/>
            <a:ext cx="55880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Legacy API</a:t>
            </a:r>
          </a:p>
        </p:txBody>
      </p:sp>
      <p:sp>
        <p:nvSpPr>
          <p:cNvPr id="40" name="Oval 39"/>
          <p:cNvSpPr/>
          <p:nvPr/>
        </p:nvSpPr>
        <p:spPr>
          <a:xfrm>
            <a:off x="4549806" y="4763868"/>
            <a:ext cx="224714" cy="224714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9920" y="4810185"/>
            <a:ext cx="6146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Admin Tools</a:t>
            </a:r>
          </a:p>
        </p:txBody>
      </p:sp>
      <p:sp>
        <p:nvSpPr>
          <p:cNvPr id="42" name="Oval 41"/>
          <p:cNvSpPr/>
          <p:nvPr/>
        </p:nvSpPr>
        <p:spPr>
          <a:xfrm>
            <a:off x="2265334" y="5246209"/>
            <a:ext cx="101600" cy="1016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92334" y="5230969"/>
            <a:ext cx="6146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Experiments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58235" y="1930737"/>
            <a:ext cx="1633785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Headcount</a:t>
            </a:r>
          </a:p>
        </p:txBody>
      </p:sp>
      <p:sp>
        <p:nvSpPr>
          <p:cNvPr id="45" name="Oval 44"/>
          <p:cNvSpPr/>
          <p:nvPr/>
        </p:nvSpPr>
        <p:spPr>
          <a:xfrm>
            <a:off x="9479037" y="2258270"/>
            <a:ext cx="101600" cy="1016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1437" y="2211280"/>
            <a:ext cx="146058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15</a:t>
            </a:r>
          </a:p>
        </p:txBody>
      </p:sp>
      <p:sp>
        <p:nvSpPr>
          <p:cNvPr id="47" name="Oval 46"/>
          <p:cNvSpPr/>
          <p:nvPr/>
        </p:nvSpPr>
        <p:spPr>
          <a:xfrm>
            <a:off x="9479037" y="2505488"/>
            <a:ext cx="508000" cy="5080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37837" y="2661698"/>
            <a:ext cx="105418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107.5</a:t>
            </a:r>
          </a:p>
        </p:txBody>
      </p:sp>
      <p:sp>
        <p:nvSpPr>
          <p:cNvPr id="49" name="Oval 48"/>
          <p:cNvSpPr/>
          <p:nvPr/>
        </p:nvSpPr>
        <p:spPr>
          <a:xfrm>
            <a:off x="9479037" y="3159106"/>
            <a:ext cx="711200" cy="7112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037" y="3416916"/>
            <a:ext cx="85098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