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0292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Cross-functional team capabilities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4981649" y="2080087"/>
            <a:ext cx="2228396" cy="2228396"/>
          </a:xfrm>
          <a:prstGeom prst="ellipse">
            <a:avLst/>
          </a:prstGeom>
          <a:solidFill>
            <a:srgbClr val="0F4C81">
              <a:alpha val="35000"/>
            </a:srgbClr>
          </a:solidFill>
          <a:ln w="1905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57420" y="3334488"/>
            <a:ext cx="2228396" cy="2228396"/>
          </a:xfrm>
          <a:prstGeom prst="ellipse">
            <a:avLst/>
          </a:prstGeom>
          <a:solidFill>
            <a:srgbClr val="05603A">
              <a:alpha val="35000"/>
            </a:srgbClr>
          </a:solidFill>
          <a:ln w="19050">
            <a:solidFill>
              <a:srgbClr val="05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05878" y="3334488"/>
            <a:ext cx="2228396" cy="2228396"/>
          </a:xfrm>
          <a:prstGeom prst="ellipse">
            <a:avLst/>
          </a:prstGeom>
          <a:solidFill>
            <a:srgbClr val="475467">
              <a:alpha val="35000"/>
            </a:srgbClr>
          </a:solidFill>
          <a:ln w="190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04489" y="1718442"/>
            <a:ext cx="1782717" cy="320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0F4C81"/>
                </a:solidFill>
                <a:latin typeface="Public Sans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8099" y="5583686"/>
            <a:ext cx="1782717" cy="32004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ctr"/>
            <a:r>
              <a:rPr sz="1400" b="1">
                <a:solidFill>
                  <a:srgbClr val="05603A"/>
                </a:solidFill>
                <a:latin typeface="Public Sans"/>
              </a:rP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878" y="5583686"/>
            <a:ext cx="1782717" cy="32004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ctr"/>
            <a:r>
              <a:rPr sz="1400" b="1">
                <a:solidFill>
                  <a:srgbClr val="475467"/>
                </a:solidFill>
                <a:latin typeface="Public Sans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9443" y="2414346"/>
            <a:ext cx="612809" cy="2540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Figma
UX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679" y="4504396"/>
            <a:ext cx="612809" cy="2540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Code
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7206" y="4504396"/>
            <a:ext cx="612809" cy="2540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Roadmap
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3764" y="3694485"/>
            <a:ext cx="779938" cy="2540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1">
                <a:solidFill>
                  <a:srgbClr val="101828"/>
                </a:solidFill>
                <a:latin typeface="Public Sans"/>
              </a:rPr>
              <a:t>Design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7992" y="3694485"/>
            <a:ext cx="779938" cy="2540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1">
                <a:solidFill>
                  <a:srgbClr val="101828"/>
                </a:solidFill>
                <a:latin typeface="Public Sans"/>
              </a:rPr>
              <a:t>User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78" y="4321686"/>
            <a:ext cx="779938" cy="2540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1">
                <a:solidFill>
                  <a:srgbClr val="101828"/>
                </a:solidFill>
                <a:latin typeface="Public Sans"/>
              </a:rP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78" y="3903552"/>
            <a:ext cx="779938" cy="2540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1">
                <a:solidFill>
                  <a:srgbClr val="101828"/>
                </a:solidFill>
                <a:latin typeface="Public Sans"/>
              </a:rPr>
              <a:t>Ship great products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