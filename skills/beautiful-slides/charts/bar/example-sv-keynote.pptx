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Manrope"/>
              </a:rPr>
              <a:t>Revenue by segment,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591557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5029201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41654" y="5153660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4466845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41654" y="4591304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3904489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41654" y="4028948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3342133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1654" y="3466592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2779777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1654" y="2904236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2217421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1654" y="2341880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1655065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14M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1654" y="1779524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41654" y="5716016"/>
            <a:ext cx="10241737" cy="0"/>
          </a:xfrm>
          <a:prstGeom prst="line">
            <a:avLst/>
          </a:prstGeom>
          <a:ln w="9524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41654" y="5797296"/>
            <a:ext cx="256043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Enterprise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2532" y="2229409"/>
            <a:ext cx="1638677" cy="3486607"/>
          </a:xfrm>
          <a:prstGeom prst="roundRect">
            <a:avLst>
              <a:gd name="adj" fmla="val 1743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2532" y="1980489"/>
            <a:ext cx="163867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12.4M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088" y="5797296"/>
            <a:ext cx="256043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Mid-market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2966" y="3438475"/>
            <a:ext cx="1638677" cy="2277541"/>
          </a:xfrm>
          <a:prstGeom prst="roundRect">
            <a:avLst>
              <a:gd name="adj" fmla="val 1743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2966" y="3189555"/>
            <a:ext cx="163867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8.1M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2522" y="5797296"/>
            <a:ext cx="256043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SMB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3400" y="4506951"/>
            <a:ext cx="1638677" cy="1209065"/>
          </a:xfrm>
          <a:prstGeom prst="roundRect">
            <a:avLst>
              <a:gd name="adj" fmla="val 2363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3400" y="4258031"/>
            <a:ext cx="163867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4.3M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2956" y="5797296"/>
            <a:ext cx="256043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Startup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3834" y="5209896"/>
            <a:ext cx="1638677" cy="506120"/>
          </a:xfrm>
          <a:prstGeom prst="roundRect">
            <a:avLst>
              <a:gd name="adj" fmla="val 5645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3834" y="4960976"/>
            <a:ext cx="163867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1.8M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