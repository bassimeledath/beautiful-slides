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Revenue by segment,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362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378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78585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83946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8746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94107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98907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04268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09068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1442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9229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24590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29390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734751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14M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39551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68424" y="1502664"/>
            <a:ext cx="0" cy="4355592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" y="1922653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Enterprise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8424" y="1698665"/>
            <a:ext cx="8122998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7142" y="1948053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011551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Mid-market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8424" y="2787563"/>
            <a:ext cx="5306152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0296" y="3036951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8.1M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100449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SMB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68424" y="3876461"/>
            <a:ext cx="2816846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0990" y="4125849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4.3M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189347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Startup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8424" y="4965359"/>
            <a:ext cx="1179144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3288" y="5214747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1.8M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