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665216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077098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92124" y="5183778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88979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2124" y="4595659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900860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" y="4007540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312741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2124" y="3419421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724622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" y="2831302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136503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2124" y="2243183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1548384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2124" y="1655064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2124" y="5771896"/>
            <a:ext cx="1032174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2124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Enterprise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6602" y="2125560"/>
            <a:ext cx="1651479" cy="3646336"/>
          </a:xfrm>
          <a:prstGeom prst="roundRect">
            <a:avLst>
              <a:gd name="adj" fmla="val 57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6602" y="1912200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2560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Mid-market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7039" y="3390015"/>
            <a:ext cx="1651479" cy="2381881"/>
          </a:xfrm>
          <a:prstGeom prst="roundRect">
            <a:avLst>
              <a:gd name="adj" fmla="val 57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7039" y="3176655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2997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SMB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7476" y="4507441"/>
            <a:ext cx="1651479" cy="1264455"/>
          </a:xfrm>
          <a:prstGeom prst="roundRect">
            <a:avLst>
              <a:gd name="adj" fmla="val 753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7476" y="4294081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3434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Startup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7912" y="5242590"/>
            <a:ext cx="1651479" cy="529306"/>
          </a:xfrm>
          <a:prstGeom prst="roundRect">
            <a:avLst>
              <a:gd name="adj" fmla="val 1799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7912" y="5029230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