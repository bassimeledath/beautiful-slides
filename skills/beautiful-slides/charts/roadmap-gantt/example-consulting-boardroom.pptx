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8006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2025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8467" y="1170940"/>
            <a:ext cx="2163411" cy="39116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1878" y="1170940"/>
            <a:ext cx="2163411" cy="39116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5289" y="1170940"/>
            <a:ext cx="2163411" cy="39116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8700" y="1170940"/>
            <a:ext cx="2163411" cy="39116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Q4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1878" y="1562100"/>
            <a:ext cx="6350" cy="474726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5289" y="1562100"/>
            <a:ext cx="6350" cy="474726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68700" y="1562100"/>
            <a:ext cx="6350" cy="474726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62100"/>
            <a:ext cx="2218883" cy="73935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8467" y="1562100"/>
            <a:ext cx="8653644" cy="739352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8467" y="1728454"/>
            <a:ext cx="6490233" cy="406643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011757" y="1819949"/>
            <a:ext cx="223653" cy="223653"/>
          </a:xfrm>
          <a:prstGeom prst="diamond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63681"/>
            <a:ext cx="2218883" cy="73935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Mobile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1878" y="2530035"/>
            <a:ext cx="6490233" cy="406643"/>
          </a:xfrm>
          <a:prstGeom prst="rect">
            <a:avLst/>
          </a:prstGeom>
          <a:solidFill>
            <a:srgbClr val="0D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65262"/>
            <a:ext cx="2218883" cy="73935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API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8467" y="3165262"/>
            <a:ext cx="8653644" cy="739352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78467" y="3331616"/>
            <a:ext cx="4326822" cy="406643"/>
          </a:xfrm>
          <a:prstGeom prst="rect">
            <a:avLst/>
          </a:prstGeom>
          <a:solidFill>
            <a:srgbClr val="0B5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7093463" y="3423111"/>
            <a:ext cx="223653" cy="223653"/>
          </a:xfrm>
          <a:prstGeom prst="diamond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66843"/>
            <a:ext cx="2218883" cy="73935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289" y="4133197"/>
            <a:ext cx="4326822" cy="406643"/>
          </a:xfrm>
          <a:prstGeom prst="rect">
            <a:avLst/>
          </a:prstGeom>
          <a:solidFill>
            <a:srgbClr val="095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68424"/>
            <a:ext cx="2218883" cy="73935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8467" y="4768424"/>
            <a:ext cx="8653644" cy="739352"/>
          </a:xfrm>
          <a:prstGeom prst="rect">
            <a:avLst/>
          </a:prstGeom>
          <a:solidFill>
            <a:srgbClr val="F0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60172" y="4934778"/>
            <a:ext cx="4326822" cy="406643"/>
          </a:xfrm>
          <a:prstGeom prst="rect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4930052" y="5026273"/>
            <a:ext cx="223653" cy="223653"/>
          </a:xfrm>
          <a:prstGeom prst="diamond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70005"/>
            <a:ext cx="2218883" cy="739352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400" b="0">
                <a:solidFill>
                  <a:srgbClr val="101828"/>
                </a:solidFill>
                <a:latin typeface="Public Sans"/>
              </a:rPr>
              <a:t>DevOps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1878" y="5736359"/>
            <a:ext cx="5408527" cy="406643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8201" y="1170940"/>
            <a:ext cx="25400" cy="5138420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1878" y="930910"/>
            <a:ext cx="1298046" cy="24003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900" b="1">
                <a:solidFill>
                  <a:srgbClr val="05603A"/>
                </a:solidFill>
                <a:latin typeface="Public Sans"/>
              </a:rPr>
              <a:t>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