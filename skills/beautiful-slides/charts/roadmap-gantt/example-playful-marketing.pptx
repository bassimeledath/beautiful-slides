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61722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2025 Engineering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8467" y="1348740"/>
            <a:ext cx="2163411" cy="50292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400" b="1">
                <a:solidFill>
                  <a:srgbClr val="1B1B1F"/>
                </a:solidFill>
                <a:latin typeface="Plus Jakarta Sans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1878" y="1348740"/>
            <a:ext cx="2163411" cy="50292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400" b="1">
                <a:solidFill>
                  <a:srgbClr val="1B1B1F"/>
                </a:solidFill>
                <a:latin typeface="Plus Jakarta Sans"/>
              </a:rPr>
              <a:t>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5289" y="1348740"/>
            <a:ext cx="2163411" cy="50292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400" b="1">
                <a:solidFill>
                  <a:srgbClr val="1B1B1F"/>
                </a:solidFill>
                <a:latin typeface="Plus Jakarta Sans"/>
              </a:rP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8700" y="1348740"/>
            <a:ext cx="2163411" cy="50292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400" b="1">
                <a:solidFill>
                  <a:srgbClr val="1B1B1F"/>
                </a:solidFill>
                <a:latin typeface="Plus Jakarta Sans"/>
              </a:rPr>
              <a:t>Q4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1878" y="1851660"/>
            <a:ext cx="6350" cy="4457700"/>
          </a:xfrm>
          <a:prstGeom prst="rect">
            <a:avLst/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05289" y="1851660"/>
            <a:ext cx="6350" cy="4457700"/>
          </a:xfrm>
          <a:prstGeom prst="rect">
            <a:avLst/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68700" y="1851660"/>
            <a:ext cx="6350" cy="4457700"/>
          </a:xfrm>
          <a:prstGeom prst="rect">
            <a:avLst/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51660"/>
            <a:ext cx="2218883" cy="676275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800" b="0">
                <a:solidFill>
                  <a:srgbClr val="1B1B1F"/>
                </a:solidFill>
                <a:latin typeface="Plus Jakarta Sans"/>
              </a:rPr>
              <a:t>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8467" y="1851660"/>
            <a:ext cx="8653644" cy="676275"/>
          </a:xfrm>
          <a:prstGeom prst="rect">
            <a:avLst/>
          </a:prstGeom>
          <a:solidFill>
            <a:srgbClr val="F3E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78467" y="2003822"/>
            <a:ext cx="6490233" cy="371951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6021297" y="2087511"/>
            <a:ext cx="204573" cy="204573"/>
          </a:xfrm>
          <a:prstGeom prst="diamond">
            <a:avLst/>
          </a:prstGeom>
          <a:solidFill>
            <a:srgbClr val="1B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07945"/>
            <a:ext cx="2218883" cy="676275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800" b="0">
                <a:solidFill>
                  <a:srgbClr val="1B1B1F"/>
                </a:solidFill>
                <a:latin typeface="Plus Jakarta Sans"/>
              </a:rPr>
              <a:t>Mobile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1878" y="2760107"/>
            <a:ext cx="6490233" cy="371951"/>
          </a:xfrm>
          <a:prstGeom prst="roundRect">
            <a:avLst/>
          </a:prstGeom>
          <a:solidFill>
            <a:srgbClr val="CE8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64230"/>
            <a:ext cx="2218883" cy="676275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800" b="0">
                <a:solidFill>
                  <a:srgbClr val="1B1B1F"/>
                </a:solidFill>
                <a:latin typeface="Plus Jakarta Sans"/>
              </a:rPr>
              <a:t>API 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8467" y="3364230"/>
            <a:ext cx="8653644" cy="676275"/>
          </a:xfrm>
          <a:prstGeom prst="rect">
            <a:avLst/>
          </a:prstGeom>
          <a:solidFill>
            <a:srgbClr val="F3E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78467" y="3516392"/>
            <a:ext cx="4326822" cy="371951"/>
          </a:xfrm>
          <a:prstGeom prst="roundRect">
            <a:avLst/>
          </a:prstGeom>
          <a:solidFill>
            <a:srgbClr val="9D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7103003" y="3600081"/>
            <a:ext cx="204573" cy="204573"/>
          </a:xfrm>
          <a:prstGeom prst="diamond">
            <a:avLst/>
          </a:prstGeom>
          <a:solidFill>
            <a:srgbClr val="1B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20515"/>
            <a:ext cx="2218883" cy="676275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800" b="0">
                <a:solidFill>
                  <a:srgbClr val="1B1B1F"/>
                </a:solidFill>
                <a:latin typeface="Plus Jakarta Sans"/>
              </a:rPr>
              <a:t>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5289" y="4272677"/>
            <a:ext cx="4326822" cy="371951"/>
          </a:xfrm>
          <a:prstGeom prst="roundRect">
            <a:avLst/>
          </a:prstGeom>
          <a:solidFill>
            <a:srgbClr val="6C9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76800"/>
            <a:ext cx="2218883" cy="676275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800" b="0">
                <a:solidFill>
                  <a:srgbClr val="1B1B1F"/>
                </a:solidFill>
                <a:latin typeface="Plus Jakarta Sans"/>
              </a:rPr>
              <a:t>Security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8467" y="4876800"/>
            <a:ext cx="8653644" cy="676275"/>
          </a:xfrm>
          <a:prstGeom prst="rect">
            <a:avLst/>
          </a:prstGeom>
          <a:solidFill>
            <a:srgbClr val="F3E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60172" y="5028962"/>
            <a:ext cx="4326822" cy="371951"/>
          </a:xfrm>
          <a:prstGeom prst="roundRect">
            <a:avLst/>
          </a:prstGeom>
          <a:solidFill>
            <a:srgbClr val="3BA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4939592" y="5112651"/>
            <a:ext cx="204573" cy="204573"/>
          </a:xfrm>
          <a:prstGeom prst="diamond">
            <a:avLst/>
          </a:prstGeom>
          <a:solidFill>
            <a:srgbClr val="1B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33085"/>
            <a:ext cx="2218883" cy="676275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800" b="0">
                <a:solidFill>
                  <a:srgbClr val="1B1B1F"/>
                </a:solidFill>
                <a:latin typeface="Plus Jakarta Sans"/>
              </a:rPr>
              <a:t>DevOps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1878" y="5785247"/>
            <a:ext cx="5408527" cy="371951"/>
          </a:xfrm>
          <a:prstGeom prst="round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78201" y="1348740"/>
            <a:ext cx="25400" cy="4960620"/>
          </a:xfrm>
          <a:prstGeom prst="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1878" y="1040130"/>
            <a:ext cx="1298046" cy="30861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100" b="1">
                <a:solidFill>
                  <a:srgbClr val="0AB39C"/>
                </a:solidFill>
                <a:latin typeface="Plus Jakarta Sans"/>
              </a:rPr>
              <a:t>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