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1722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2025 Engineering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8467" y="1348740"/>
            <a:ext cx="2163411" cy="50292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Manrope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1878" y="1348740"/>
            <a:ext cx="2163411" cy="50292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Manrope"/>
              </a:rPr>
              <a:t>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5289" y="1348740"/>
            <a:ext cx="2163411" cy="50292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Manrope"/>
              </a:rPr>
              <a:t>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8700" y="1348740"/>
            <a:ext cx="2163411" cy="50292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Manrope"/>
              </a:rPr>
              <a:t>Q4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1878" y="1851660"/>
            <a:ext cx="6350" cy="4457700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5289" y="1851660"/>
            <a:ext cx="6350" cy="4457700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68700" y="1851660"/>
            <a:ext cx="6350" cy="4457700"/>
          </a:xfrm>
          <a:prstGeom prst="rect">
            <a:avLst/>
          </a:pr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51660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8467" y="1851660"/>
            <a:ext cx="8653644" cy="676275"/>
          </a:xfrm>
          <a:prstGeom prst="rect">
            <a:avLst/>
          </a:prstGeom>
          <a:solidFill>
            <a:srgbClr val="11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78467" y="2003822"/>
            <a:ext cx="6490233" cy="371951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6021297" y="2087511"/>
            <a:ext cx="204573" cy="204573"/>
          </a:xfrm>
          <a:prstGeom prst="diamond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07945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Mobile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1878" y="2760107"/>
            <a:ext cx="6490233" cy="371951"/>
          </a:xfrm>
          <a:prstGeom prst="roundRect">
            <a:avLst/>
          </a:prstGeom>
          <a:solidFill>
            <a:srgbClr val="1FC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64230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API 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8467" y="3364230"/>
            <a:ext cx="8653644" cy="676275"/>
          </a:xfrm>
          <a:prstGeom prst="rect">
            <a:avLst/>
          </a:prstGeom>
          <a:solidFill>
            <a:srgbClr val="11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78467" y="3516392"/>
            <a:ext cx="4326822" cy="371951"/>
          </a:xfrm>
          <a:prstGeom prst="roundRect">
            <a:avLst/>
          </a:prstGeom>
          <a:solidFill>
            <a:srgbClr val="1DC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7103003" y="3600081"/>
            <a:ext cx="204573" cy="204573"/>
          </a:xfrm>
          <a:prstGeom prst="diamond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20515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5289" y="4272677"/>
            <a:ext cx="4326822" cy="371951"/>
          </a:xfrm>
          <a:prstGeom prst="roundRect">
            <a:avLst/>
          </a:prstGeom>
          <a:solidFill>
            <a:srgbClr val="1BC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76800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78467" y="4876800"/>
            <a:ext cx="8653644" cy="676275"/>
          </a:xfrm>
          <a:prstGeom prst="rect">
            <a:avLst/>
          </a:prstGeom>
          <a:solidFill>
            <a:srgbClr val="11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960172" y="5028962"/>
            <a:ext cx="4326822" cy="371951"/>
          </a:xfrm>
          <a:prstGeom prst="roundRect">
            <a:avLst/>
          </a:prstGeom>
          <a:solidFill>
            <a:srgbClr val="19B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4939592" y="5112651"/>
            <a:ext cx="204573" cy="204573"/>
          </a:xfrm>
          <a:prstGeom prst="diamond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33085"/>
            <a:ext cx="2218883" cy="676275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DevOps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1878" y="5785247"/>
            <a:ext cx="5408527" cy="371951"/>
          </a:xfrm>
          <a:prstGeom prst="round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78201" y="1348740"/>
            <a:ext cx="25400" cy="4960620"/>
          </a:xfrm>
          <a:prstGeom prst="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1878" y="1040130"/>
            <a:ext cx="1298046" cy="30861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100" b="1">
                <a:solidFill>
                  <a:srgbClr val="17B26A"/>
                </a:solidFill>
                <a:latin typeface="Manrope"/>
              </a:rPr>
              <a:t>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