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2025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467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878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5289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8700" y="1259840"/>
            <a:ext cx="2163411" cy="44704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200" b="1">
                <a:solidFill>
                  <a:srgbClr val="181514"/>
                </a:solidFill>
                <a:latin typeface="Newsreader"/>
              </a:rP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878" y="1706880"/>
            <a:ext cx="6350" cy="460248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289" y="1706880"/>
            <a:ext cx="6350" cy="460248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68700" y="1706880"/>
            <a:ext cx="6350" cy="460248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06880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8467" y="1706880"/>
            <a:ext cx="8653644" cy="707813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8467" y="1866138"/>
            <a:ext cx="6490233" cy="389297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016527" y="1953730"/>
            <a:ext cx="214113" cy="214113"/>
          </a:xfrm>
          <a:prstGeom prst="diamond">
            <a:avLst/>
          </a:prstGeom>
          <a:solidFill>
            <a:srgbClr val="181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5813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1878" y="2645071"/>
            <a:ext cx="6490233" cy="389297"/>
          </a:xfrm>
          <a:prstGeom prst="rect">
            <a:avLst/>
          </a:prstGeom>
          <a:solidFill>
            <a:srgbClr val="8F3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64746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8467" y="3264746"/>
            <a:ext cx="8653644" cy="707813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8467" y="3424004"/>
            <a:ext cx="4326822" cy="389297"/>
          </a:xfrm>
          <a:prstGeom prst="rect">
            <a:avLst/>
          </a:prstGeom>
          <a:solidFill>
            <a:srgbClr val="924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098233" y="3511596"/>
            <a:ext cx="214113" cy="214113"/>
          </a:xfrm>
          <a:prstGeom prst="diamond">
            <a:avLst/>
          </a:prstGeom>
          <a:solidFill>
            <a:srgbClr val="181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43679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289" y="4202937"/>
            <a:ext cx="4326822" cy="389297"/>
          </a:xfrm>
          <a:prstGeom prst="rect">
            <a:avLst/>
          </a:prstGeom>
          <a:solidFill>
            <a:srgbClr val="964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22612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467" y="4822612"/>
            <a:ext cx="8653644" cy="707813"/>
          </a:xfrm>
          <a:prstGeom prst="rect">
            <a:avLst/>
          </a:prstGeom>
          <a:solidFill>
            <a:srgbClr val="EB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172" y="4981870"/>
            <a:ext cx="4326822" cy="389297"/>
          </a:xfrm>
          <a:prstGeom prst="rect">
            <a:avLst/>
          </a:prstGeom>
          <a:solidFill>
            <a:srgbClr val="995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934822" y="5069462"/>
            <a:ext cx="214113" cy="214113"/>
          </a:xfrm>
          <a:prstGeom prst="diamond">
            <a:avLst/>
          </a:prstGeom>
          <a:solidFill>
            <a:srgbClr val="181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01545"/>
            <a:ext cx="2218883" cy="707813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DevOps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1878" y="5760803"/>
            <a:ext cx="5408527" cy="389297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201" y="1259840"/>
            <a:ext cx="25400" cy="5049520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1878" y="985520"/>
            <a:ext cx="1298046" cy="2743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000" b="1">
                <a:solidFill>
                  <a:srgbClr val="9C5B00"/>
                </a:solidFill>
                <a:latin typeface="Newsreader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