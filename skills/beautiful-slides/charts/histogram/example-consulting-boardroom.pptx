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Deal size distribution, Q1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543296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718406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2594" y="4807306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3893516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42594" y="3982416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068625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2594" y="3157525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2243735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2594" y="2332635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1418844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2594" y="1507744"/>
            <a:ext cx="1040175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2594" y="5632196"/>
            <a:ext cx="10401757" cy="0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2594" y="1507744"/>
            <a:ext cx="0" cy="4124452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42594" y="3487481"/>
            <a:ext cx="1040175" cy="214471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594" y="3309681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2769" y="3322503"/>
            <a:ext cx="1040175" cy="2309693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2769" y="3144703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2945" y="2002679"/>
            <a:ext cx="1040175" cy="362951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22945" y="1824879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3121" y="3982416"/>
            <a:ext cx="1040175" cy="16497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3121" y="3804616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3296" y="3982416"/>
            <a:ext cx="1040175" cy="16497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3296" y="3804616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3472" y="3487481"/>
            <a:ext cx="1040175" cy="214471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3472" y="3309681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83648" y="3817438"/>
            <a:ext cx="1040175" cy="181475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3648" y="3639638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3823" y="3322503"/>
            <a:ext cx="1040175" cy="2309693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3823" y="3144703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3999" y="1672723"/>
            <a:ext cx="1040175" cy="3959473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3999" y="1494923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04175" y="2497613"/>
            <a:ext cx="1040175" cy="3134583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04175" y="2319813"/>
            <a:ext cx="1040175" cy="1651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54" y="5674106"/>
            <a:ext cx="1664281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6K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0805" y="5674106"/>
            <a:ext cx="1664281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54.8K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1156" y="5674106"/>
            <a:ext cx="1664281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103.6K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1508" y="5674106"/>
            <a:ext cx="1664281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152.4K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1859" y="5674106"/>
            <a:ext cx="1664281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201.2K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2211" y="5674106"/>
            <a:ext cx="1664281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250K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594" y="5911596"/>
            <a:ext cx="10401757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Deal size ($K)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