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10801807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2201C"/>
                </a:solidFill>
                <a:latin typeface="Instrument Serif"/>
              </a:rPr>
              <a:t>API response time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411224"/>
            <a:ext cx="10801807" cy="264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2201C"/>
                </a:solidFill>
                <a:latin typeface="Instrument Sans"/>
              </a:rPr>
              <a:t>Frequency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5428996"/>
            <a:ext cx="2514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4479163"/>
            <a:ext cx="2514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10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92124" y="4585843"/>
            <a:ext cx="10321747" cy="0"/>
          </a:xfrm>
          <a:prstGeom prst="line">
            <a:avLst/>
          </a:prstGeom>
          <a:ln w="4762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94944" y="3529330"/>
            <a:ext cx="2514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20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92124" y="3636010"/>
            <a:ext cx="10321747" cy="0"/>
          </a:xfrm>
          <a:prstGeom prst="line">
            <a:avLst/>
          </a:prstGeom>
          <a:ln w="4762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94944" y="2579497"/>
            <a:ext cx="2514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30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92124" y="2686177"/>
            <a:ext cx="10321747" cy="0"/>
          </a:xfrm>
          <a:prstGeom prst="line">
            <a:avLst/>
          </a:prstGeom>
          <a:ln w="4762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94944" y="1629664"/>
            <a:ext cx="2514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40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92124" y="1736344"/>
            <a:ext cx="10321747" cy="0"/>
          </a:xfrm>
          <a:prstGeom prst="line">
            <a:avLst/>
          </a:prstGeom>
          <a:ln w="4762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92124" y="5535676"/>
            <a:ext cx="10321747" cy="0"/>
          </a:xfrm>
          <a:prstGeom prst="line">
            <a:avLst/>
          </a:prstGeom>
          <a:ln w="9524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92124" y="1736344"/>
            <a:ext cx="0" cy="3799332"/>
          </a:xfrm>
          <a:prstGeom prst="line">
            <a:avLst/>
          </a:prstGeom>
          <a:ln w="9524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92124" y="5345710"/>
            <a:ext cx="860145" cy="189966"/>
          </a:xfrm>
          <a:prstGeom prst="rect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52269" y="5345710"/>
            <a:ext cx="860145" cy="189966"/>
          </a:xfrm>
          <a:prstGeom prst="rect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12415" y="4680827"/>
            <a:ext cx="860145" cy="854849"/>
          </a:xfrm>
          <a:prstGeom prst="rect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72560" y="4110927"/>
            <a:ext cx="860145" cy="1424749"/>
          </a:xfrm>
          <a:prstGeom prst="rect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32706" y="3730994"/>
            <a:ext cx="860145" cy="1804682"/>
          </a:xfrm>
          <a:prstGeom prst="rect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92851" y="3066111"/>
            <a:ext cx="860145" cy="2469565"/>
          </a:xfrm>
          <a:prstGeom prst="rect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52997" y="1926311"/>
            <a:ext cx="860145" cy="3609365"/>
          </a:xfrm>
          <a:prstGeom prst="rect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13143" y="2021294"/>
            <a:ext cx="860145" cy="3514382"/>
          </a:xfrm>
          <a:prstGeom prst="rect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73288" y="3066111"/>
            <a:ext cx="860145" cy="2469565"/>
          </a:xfrm>
          <a:prstGeom prst="rect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733434" y="4205910"/>
            <a:ext cx="860145" cy="1329766"/>
          </a:xfrm>
          <a:prstGeom prst="rect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93579" y="5060760"/>
            <a:ext cx="860145" cy="474916"/>
          </a:xfrm>
          <a:prstGeom prst="rect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453725" y="4870793"/>
            <a:ext cx="860145" cy="664883"/>
          </a:xfrm>
          <a:prstGeom prst="rect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008" y="5585206"/>
            <a:ext cx="1376232" cy="264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22201C"/>
                </a:solidFill>
                <a:latin typeface="Instrument Sans"/>
              </a:rPr>
              <a:t>15.2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24299" y="5585206"/>
            <a:ext cx="1376232" cy="264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22201C"/>
                </a:solidFill>
                <a:latin typeface="Instrument Sans"/>
              </a:rPr>
              <a:t>48.2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4590" y="5585206"/>
            <a:ext cx="1376232" cy="264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22201C"/>
                </a:solidFill>
                <a:latin typeface="Instrument Sans"/>
              </a:rPr>
              <a:t>81.3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64881" y="5585206"/>
            <a:ext cx="1376232" cy="264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22201C"/>
                </a:solidFill>
                <a:latin typeface="Instrument Sans"/>
              </a:rPr>
              <a:t>114.3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85172" y="5585206"/>
            <a:ext cx="1376232" cy="264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22201C"/>
                </a:solidFill>
                <a:latin typeface="Instrument Sans"/>
              </a:rPr>
              <a:t>147.3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5463" y="5585206"/>
            <a:ext cx="1376232" cy="264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22201C"/>
                </a:solidFill>
                <a:latin typeface="Instrument Sans"/>
              </a:rPr>
              <a:t>180.4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25755" y="5585206"/>
            <a:ext cx="1376232" cy="264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22201C"/>
                </a:solidFill>
                <a:latin typeface="Instrument Sans"/>
              </a:rPr>
              <a:t>213.4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" y="5865876"/>
            <a:ext cx="10321747" cy="264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22201C"/>
                </a:solidFill>
                <a:latin typeface="Instrument Sans"/>
              </a:rPr>
              <a:t>Latency (ms)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