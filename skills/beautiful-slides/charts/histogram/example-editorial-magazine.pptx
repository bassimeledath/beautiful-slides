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81514"/>
                </a:solidFill>
                <a:latin typeface="Fraunces"/>
              </a:rPr>
              <a:t>Deal size distribution, Q1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428996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4652874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92124" y="4759554"/>
            <a:ext cx="1032174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4944" y="3876752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92124" y="3983432"/>
            <a:ext cx="1032174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944" y="3100629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92124" y="3207309"/>
            <a:ext cx="1032174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2324507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20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92124" y="2431187"/>
            <a:ext cx="1032174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1548384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25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2124" y="1655064"/>
            <a:ext cx="1032174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2124" y="5535676"/>
            <a:ext cx="10321747" cy="0"/>
          </a:xfrm>
          <a:prstGeom prst="line">
            <a:avLst/>
          </a:prstGeom>
          <a:ln w="9524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2124" y="1655064"/>
            <a:ext cx="0" cy="3880612"/>
          </a:xfrm>
          <a:prstGeom prst="line">
            <a:avLst/>
          </a:prstGeom>
          <a:ln w="9524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92124" y="3517758"/>
            <a:ext cx="1032174" cy="2017918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" y="3304398"/>
            <a:ext cx="1032174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24298" y="3362534"/>
            <a:ext cx="1032174" cy="2173142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24298" y="3149174"/>
            <a:ext cx="1032174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56473" y="2120738"/>
            <a:ext cx="1032174" cy="3414938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56473" y="1907378"/>
            <a:ext cx="1032174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22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88648" y="3983432"/>
            <a:ext cx="1032174" cy="1552244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8648" y="3770072"/>
            <a:ext cx="1032174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822" y="3983432"/>
            <a:ext cx="1032174" cy="1552244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822" y="3770072"/>
            <a:ext cx="1032174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2997" y="3517758"/>
            <a:ext cx="1032174" cy="2017918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2997" y="3304398"/>
            <a:ext cx="1032174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85172" y="3828207"/>
            <a:ext cx="1032174" cy="1707469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85172" y="3614847"/>
            <a:ext cx="1032174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17346" y="3362534"/>
            <a:ext cx="1032174" cy="2173142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7346" y="3149174"/>
            <a:ext cx="1032174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49521" y="1810289"/>
            <a:ext cx="1032174" cy="3725387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9521" y="1596929"/>
            <a:ext cx="1032174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81696" y="2586411"/>
            <a:ext cx="1032174" cy="2949265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81696" y="2373051"/>
            <a:ext cx="1032174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6385" y="5585206"/>
            <a:ext cx="1651479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IBM Plex Mono"/>
              </a:rPr>
              <a:t>6K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30734" y="5585206"/>
            <a:ext cx="1651479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IBM Plex Mono"/>
              </a:rPr>
              <a:t>54.8K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5083" y="5585206"/>
            <a:ext cx="1651479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IBM Plex Mono"/>
              </a:rPr>
              <a:t>103.6K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9433" y="5585206"/>
            <a:ext cx="1651479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IBM Plex Mono"/>
              </a:rPr>
              <a:t>152.4K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3782" y="5585206"/>
            <a:ext cx="1651479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IBM Plex Mono"/>
              </a:rPr>
              <a:t>201.2K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88132" y="5585206"/>
            <a:ext cx="1651479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IBM Plex Mono"/>
              </a:rPr>
              <a:t>250K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" y="5865876"/>
            <a:ext cx="10321747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Newsreader"/>
              </a:rPr>
              <a:t>Deal size ($K)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