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0507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694944"/>
            <a:ext cx="10801807" cy="662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F5F7FA"/>
                </a:solidFill>
                <a:latin typeface="Manrope"/>
              </a:rPr>
              <a:t>API response time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495044"/>
            <a:ext cx="10801807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5F7FA"/>
                </a:solidFill>
                <a:latin typeface="Manrope"/>
              </a:rPr>
              <a:t>Frequency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5314697"/>
            <a:ext cx="293370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F5F7FA"/>
                </a:solidFill>
                <a:latin typeface="JetBrains Mono"/>
              </a:rPr>
              <a:t>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4422649"/>
            <a:ext cx="293370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F5F7FA"/>
                </a:solidFill>
                <a:latin typeface="JetBrains Mono"/>
              </a:rPr>
              <a:t>10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41654" y="4547108"/>
            <a:ext cx="10241737" cy="0"/>
          </a:xfrm>
          <a:prstGeom prst="line">
            <a:avLst/>
          </a:prstGeom>
          <a:ln w="4762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94944" y="3530601"/>
            <a:ext cx="293370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F5F7FA"/>
                </a:solidFill>
                <a:latin typeface="JetBrains Mono"/>
              </a:rPr>
              <a:t>20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41654" y="3655060"/>
            <a:ext cx="10241737" cy="0"/>
          </a:xfrm>
          <a:prstGeom prst="line">
            <a:avLst/>
          </a:prstGeom>
          <a:ln w="4762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94944" y="2638553"/>
            <a:ext cx="293370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F5F7FA"/>
                </a:solidFill>
                <a:latin typeface="JetBrains Mono"/>
              </a:rPr>
              <a:t>30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41654" y="2763012"/>
            <a:ext cx="10241737" cy="0"/>
          </a:xfrm>
          <a:prstGeom prst="line">
            <a:avLst/>
          </a:prstGeom>
          <a:ln w="4762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94944" y="1746505"/>
            <a:ext cx="293370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F5F7FA"/>
                </a:solidFill>
                <a:latin typeface="JetBrains Mono"/>
              </a:rPr>
              <a:t>40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41654" y="1870964"/>
            <a:ext cx="10241737" cy="0"/>
          </a:xfrm>
          <a:prstGeom prst="line">
            <a:avLst/>
          </a:prstGeom>
          <a:ln w="4762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41654" y="5439156"/>
            <a:ext cx="10241737" cy="0"/>
          </a:xfrm>
          <a:prstGeom prst="line">
            <a:avLst/>
          </a:prstGeom>
          <a:ln w="9524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41654" y="1870964"/>
            <a:ext cx="0" cy="3568192"/>
          </a:xfrm>
          <a:prstGeom prst="line">
            <a:avLst/>
          </a:prstGeom>
          <a:ln w="9524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041654" y="5260747"/>
            <a:ext cx="853478" cy="178409"/>
          </a:xfrm>
          <a:prstGeom prst="rect">
            <a:avLst/>
          </a:prstGeom>
          <a:solidFill>
            <a:srgbClr val="21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95132" y="5260747"/>
            <a:ext cx="853478" cy="178409"/>
          </a:xfrm>
          <a:prstGeom prst="rect">
            <a:avLst/>
          </a:prstGeom>
          <a:solidFill>
            <a:srgbClr val="21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8610" y="4636313"/>
            <a:ext cx="853478" cy="802843"/>
          </a:xfrm>
          <a:prstGeom prst="rect">
            <a:avLst/>
          </a:prstGeom>
          <a:solidFill>
            <a:srgbClr val="21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02088" y="4101084"/>
            <a:ext cx="853478" cy="1338072"/>
          </a:xfrm>
          <a:prstGeom prst="rect">
            <a:avLst/>
          </a:prstGeom>
          <a:solidFill>
            <a:srgbClr val="21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55566" y="3744265"/>
            <a:ext cx="853478" cy="1694891"/>
          </a:xfrm>
          <a:prstGeom prst="rect">
            <a:avLst/>
          </a:prstGeom>
          <a:solidFill>
            <a:srgbClr val="21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09044" y="3119832"/>
            <a:ext cx="853478" cy="2319324"/>
          </a:xfrm>
          <a:prstGeom prst="rect">
            <a:avLst/>
          </a:prstGeom>
          <a:solidFill>
            <a:srgbClr val="21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62522" y="2049374"/>
            <a:ext cx="853478" cy="3389782"/>
          </a:xfrm>
          <a:prstGeom prst="rect">
            <a:avLst/>
          </a:prstGeom>
          <a:solidFill>
            <a:srgbClr val="21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016000" y="2138579"/>
            <a:ext cx="853478" cy="3300577"/>
          </a:xfrm>
          <a:prstGeom prst="rect">
            <a:avLst/>
          </a:prstGeom>
          <a:solidFill>
            <a:srgbClr val="21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869478" y="3119832"/>
            <a:ext cx="853478" cy="2319324"/>
          </a:xfrm>
          <a:prstGeom prst="rect">
            <a:avLst/>
          </a:prstGeom>
          <a:solidFill>
            <a:srgbClr val="21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722956" y="4190289"/>
            <a:ext cx="853478" cy="1248867"/>
          </a:xfrm>
          <a:prstGeom prst="rect">
            <a:avLst/>
          </a:prstGeom>
          <a:solidFill>
            <a:srgbClr val="21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576434" y="4993132"/>
            <a:ext cx="853478" cy="446024"/>
          </a:xfrm>
          <a:prstGeom prst="rect">
            <a:avLst/>
          </a:prstGeom>
          <a:solidFill>
            <a:srgbClr val="21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429912" y="4814723"/>
            <a:ext cx="853478" cy="624433"/>
          </a:xfrm>
          <a:prstGeom prst="rect">
            <a:avLst/>
          </a:prstGeom>
          <a:solidFill>
            <a:srgbClr val="21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8872" y="5496306"/>
            <a:ext cx="136556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F5F7FA"/>
                </a:solidFill>
                <a:latin typeface="JetBrains Mono"/>
              </a:rPr>
              <a:t>15.2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65828" y="5496306"/>
            <a:ext cx="136556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F5F7FA"/>
                </a:solidFill>
                <a:latin typeface="JetBrains Mono"/>
              </a:rPr>
              <a:t>48.2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72784" y="5496306"/>
            <a:ext cx="136556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F5F7FA"/>
                </a:solidFill>
                <a:latin typeface="JetBrains Mono"/>
              </a:rPr>
              <a:t>81.3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79740" y="5496306"/>
            <a:ext cx="136556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F5F7FA"/>
                </a:solidFill>
                <a:latin typeface="JetBrains Mono"/>
              </a:rPr>
              <a:t>114.3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86696" y="5496306"/>
            <a:ext cx="136556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F5F7FA"/>
                </a:solidFill>
                <a:latin typeface="JetBrains Mono"/>
              </a:rPr>
              <a:t>147.3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93652" y="5496306"/>
            <a:ext cx="136556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F5F7FA"/>
                </a:solidFill>
                <a:latin typeface="JetBrains Mono"/>
              </a:rPr>
              <a:t>180.4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0609" y="5496306"/>
            <a:ext cx="136556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F5F7FA"/>
                </a:solidFill>
                <a:latin typeface="JetBrains Mono"/>
              </a:rPr>
              <a:t>213.4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1654" y="5820156"/>
            <a:ext cx="10241737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F5F7FA"/>
                </a:solidFill>
                <a:latin typeface="Manrope"/>
              </a:rPr>
              <a:t>Latency (ms)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