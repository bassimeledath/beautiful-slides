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Platform Capability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98448"/>
            <a:ext cx="2085750" cy="57150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38528"/>
            <a:ext cx="2085750" cy="819302"/>
          </a:xfrm>
          <a:prstGeom prst="roundRect">
            <a:avLst/>
          </a:prstGeom>
          <a:solidFill>
            <a:srgbClr val="FFE5CF"/>
          </a:solidFill>
          <a:ln w="9525">
            <a:solidFill>
              <a:srgbClr val="FFC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26410"/>
            <a:ext cx="2085750" cy="819302"/>
          </a:xfrm>
          <a:prstGeom prst="roundRect">
            <a:avLst/>
          </a:prstGeom>
          <a:solidFill>
            <a:srgbClr val="FFE5CF"/>
          </a:solidFill>
          <a:ln w="9525">
            <a:solidFill>
              <a:srgbClr val="FFC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Identity &amp;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14292"/>
            <a:ext cx="2085750" cy="819302"/>
          </a:xfrm>
          <a:prstGeom prst="roundRect">
            <a:avLst/>
          </a:prstGeom>
          <a:solidFill>
            <a:srgbClr val="FFE5CF"/>
          </a:solidFill>
          <a:ln w="9525">
            <a:solidFill>
              <a:srgbClr val="FFC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02174"/>
            <a:ext cx="2085750" cy="819302"/>
          </a:xfrm>
          <a:prstGeom prst="roundRect">
            <a:avLst/>
          </a:prstGeom>
          <a:solidFill>
            <a:srgbClr val="FFE5CF"/>
          </a:solidFill>
          <a:ln w="9525">
            <a:solidFill>
              <a:srgbClr val="FFC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90056"/>
            <a:ext cx="2085750" cy="819302"/>
          </a:xfrm>
          <a:prstGeom prst="roundRect">
            <a:avLst/>
          </a:prstGeom>
          <a:solidFill>
            <a:srgbClr val="FFE5CF"/>
          </a:solidFill>
          <a:ln w="9525">
            <a:solidFill>
              <a:srgbClr val="FFC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90056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Loyalty &amp; Rewards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0806" y="1298448"/>
            <a:ext cx="2085750" cy="571500"/>
          </a:xfrm>
          <a:prstGeom prst="roundRect">
            <a:avLst/>
          </a:prstGeom>
          <a:solidFill>
            <a:srgbClr val="C28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0806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0806" y="1938528"/>
            <a:ext cx="2085750" cy="819302"/>
          </a:xfrm>
          <a:prstGeom prst="roundRect">
            <a:avLst/>
          </a:prstGeom>
          <a:solidFill>
            <a:srgbClr val="F8E7D3"/>
          </a:solidFill>
          <a:ln w="9525">
            <a:solidFill>
              <a:srgbClr val="EAC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0806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Catalog Mgmt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0806" y="2826410"/>
            <a:ext cx="2085750" cy="819302"/>
          </a:xfrm>
          <a:prstGeom prst="roundRect">
            <a:avLst/>
          </a:prstGeom>
          <a:solidFill>
            <a:srgbClr val="F8E7D3"/>
          </a:solidFill>
          <a:ln w="9525">
            <a:solidFill>
              <a:srgbClr val="EAC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0806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Search &amp; 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0806" y="3714292"/>
            <a:ext cx="2085750" cy="819302"/>
          </a:xfrm>
          <a:prstGeom prst="roundRect">
            <a:avLst/>
          </a:prstGeom>
          <a:solidFill>
            <a:srgbClr val="F8E7D3"/>
          </a:solidFill>
          <a:ln w="9525">
            <a:solidFill>
              <a:srgbClr val="EAC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0806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Recommendations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0806" y="4602174"/>
            <a:ext cx="2085750" cy="819302"/>
          </a:xfrm>
          <a:prstGeom prst="roundRect">
            <a:avLst/>
          </a:prstGeom>
          <a:solidFill>
            <a:srgbClr val="F8E7D3"/>
          </a:solidFill>
          <a:ln w="9525">
            <a:solidFill>
              <a:srgbClr val="EAC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0806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Pricing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52972" y="1298448"/>
            <a:ext cx="2085750" cy="571500"/>
          </a:xfrm>
          <a:prstGeom prst="roundRect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2972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2972" y="1938528"/>
            <a:ext cx="2085750" cy="819302"/>
          </a:xfrm>
          <a:prstGeom prst="roundRect">
            <a:avLst/>
          </a:prstGeom>
          <a:solidFill>
            <a:srgbClr val="F0E9D8"/>
          </a:solidFill>
          <a:ln w="9525">
            <a:solidFill>
              <a:srgbClr val="D4D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2972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Order Fulfillment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52972" y="2826410"/>
            <a:ext cx="2085750" cy="819302"/>
          </a:xfrm>
          <a:prstGeom prst="roundRect">
            <a:avLst/>
          </a:prstGeom>
          <a:solidFill>
            <a:srgbClr val="F0E9D8"/>
          </a:solidFill>
          <a:ln w="9525">
            <a:solidFill>
              <a:srgbClr val="D4D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2972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Inventory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52972" y="3714292"/>
            <a:ext cx="2085750" cy="819302"/>
          </a:xfrm>
          <a:prstGeom prst="roundRect">
            <a:avLst/>
          </a:prstGeom>
          <a:solidFill>
            <a:srgbClr val="F0E9D8"/>
          </a:solidFill>
          <a:ln w="9525">
            <a:solidFill>
              <a:srgbClr val="D4D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2972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Logistics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2972" y="4602174"/>
            <a:ext cx="2085750" cy="819302"/>
          </a:xfrm>
          <a:prstGeom prst="roundRect">
            <a:avLst/>
          </a:prstGeom>
          <a:solidFill>
            <a:srgbClr val="F0E9D8"/>
          </a:solidFill>
          <a:ln w="9525">
            <a:solidFill>
              <a:srgbClr val="D4D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2972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Returns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52972" y="5490056"/>
            <a:ext cx="2085750" cy="819302"/>
          </a:xfrm>
          <a:prstGeom prst="roundRect">
            <a:avLst/>
          </a:prstGeom>
          <a:solidFill>
            <a:srgbClr val="F0E9D8"/>
          </a:solidFill>
          <a:ln w="9525">
            <a:solidFill>
              <a:srgbClr val="D4D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2972" y="5490056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Vendor Mgmt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05138" y="1298448"/>
            <a:ext cx="2085750" cy="571500"/>
          </a:xfrm>
          <a:prstGeom prst="roundRect">
            <a:avLst/>
          </a:prstGeom>
          <a:solidFill>
            <a:srgbClr val="47A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5138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Data &amp;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05138" y="1938528"/>
            <a:ext cx="2085750" cy="819302"/>
          </a:xfrm>
          <a:prstGeom prst="roundRect">
            <a:avLst/>
          </a:prstGeom>
          <a:solidFill>
            <a:srgbClr val="E9EBDD"/>
          </a:solidFill>
          <a:ln w="9525">
            <a:solidFill>
              <a:srgbClr val="BF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05138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Data Pipeline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5138" y="2826410"/>
            <a:ext cx="2085750" cy="819302"/>
          </a:xfrm>
          <a:prstGeom prst="roundRect">
            <a:avLst/>
          </a:prstGeom>
          <a:solidFill>
            <a:srgbClr val="E9EBDD"/>
          </a:solidFill>
          <a:ln w="9525">
            <a:solidFill>
              <a:srgbClr val="BF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5138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BI &amp; Reporting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05138" y="3714292"/>
            <a:ext cx="2085750" cy="819302"/>
          </a:xfrm>
          <a:prstGeom prst="roundRect">
            <a:avLst/>
          </a:prstGeom>
          <a:solidFill>
            <a:srgbClr val="E9EBDD"/>
          </a:solidFill>
          <a:ln w="9525">
            <a:solidFill>
              <a:srgbClr val="BF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05138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ML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05138" y="4602174"/>
            <a:ext cx="2085750" cy="819302"/>
          </a:xfrm>
          <a:prstGeom prst="roundRect">
            <a:avLst/>
          </a:prstGeom>
          <a:solidFill>
            <a:srgbClr val="E9EBDD"/>
          </a:solidFill>
          <a:ln w="9525">
            <a:solidFill>
              <a:srgbClr val="BF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05138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Experimentation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57304" y="1298448"/>
            <a:ext cx="2085750" cy="571500"/>
          </a:xfrm>
          <a:prstGeom prst="round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7304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Platform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57304" y="1938528"/>
            <a:ext cx="2085750" cy="819302"/>
          </a:xfrm>
          <a:prstGeom prst="roundRect">
            <a:avLst/>
          </a:prstGeom>
          <a:solidFill>
            <a:srgbClr val="E2ECE2"/>
          </a:solidFill>
          <a:ln w="9525">
            <a:solidFill>
              <a:srgbClr val="A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7304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API Gateway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57304" y="2826410"/>
            <a:ext cx="2085750" cy="819302"/>
          </a:xfrm>
          <a:prstGeom prst="roundRect">
            <a:avLst/>
          </a:prstGeom>
          <a:solidFill>
            <a:srgbClr val="E2ECE2"/>
          </a:solidFill>
          <a:ln w="9525">
            <a:solidFill>
              <a:srgbClr val="A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7304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Auth &amp; Authz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57304" y="3714292"/>
            <a:ext cx="2085750" cy="819302"/>
          </a:xfrm>
          <a:prstGeom prst="roundRect">
            <a:avLst/>
          </a:prstGeom>
          <a:solidFill>
            <a:srgbClr val="E2ECE2"/>
          </a:solidFill>
          <a:ln w="9525">
            <a:solidFill>
              <a:srgbClr val="A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7304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Observability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57304" y="4602174"/>
            <a:ext cx="2085750" cy="819302"/>
          </a:xfrm>
          <a:prstGeom prst="roundRect">
            <a:avLst/>
          </a:prstGeom>
          <a:solidFill>
            <a:srgbClr val="E2ECE2"/>
          </a:solidFill>
          <a:ln w="9525">
            <a:solidFill>
              <a:srgbClr val="A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57304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Plus Jakarta Sans"/>
              </a:rPr>
              <a:t>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