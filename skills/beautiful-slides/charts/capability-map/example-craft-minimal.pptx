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Platform Capability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15136"/>
            <a:ext cx="2085750" cy="508000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4096"/>
            <a:ext cx="2085750" cy="856284"/>
          </a:xfrm>
          <a:prstGeom prst="roundRect">
            <a:avLst/>
          </a:prstGeom>
          <a:solidFill>
            <a:srgbClr val="EDEDE8"/>
          </a:solidFill>
          <a:ln w="9525">
            <a:solidFill>
              <a:srgbClr val="C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01340"/>
            <a:ext cx="2085750" cy="856284"/>
          </a:xfrm>
          <a:prstGeom prst="roundRect">
            <a:avLst/>
          </a:prstGeom>
          <a:solidFill>
            <a:srgbClr val="EDEDE8"/>
          </a:solidFill>
          <a:ln w="9525">
            <a:solidFill>
              <a:srgbClr val="C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Identity &amp;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8584"/>
            <a:ext cx="2085750" cy="856284"/>
          </a:xfrm>
          <a:prstGeom prst="roundRect">
            <a:avLst/>
          </a:prstGeom>
          <a:solidFill>
            <a:srgbClr val="EDEDE8"/>
          </a:solidFill>
          <a:ln w="9525">
            <a:solidFill>
              <a:srgbClr val="C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35828"/>
            <a:ext cx="2085750" cy="856284"/>
          </a:xfrm>
          <a:prstGeom prst="roundRect">
            <a:avLst/>
          </a:prstGeom>
          <a:solidFill>
            <a:srgbClr val="EDEDE8"/>
          </a:solidFill>
          <a:ln w="9525">
            <a:solidFill>
              <a:srgbClr val="C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53072"/>
            <a:ext cx="2085750" cy="856284"/>
          </a:xfrm>
          <a:prstGeom prst="roundRect">
            <a:avLst/>
          </a:prstGeom>
          <a:solidFill>
            <a:srgbClr val="EDEDE8"/>
          </a:solidFill>
          <a:ln w="9525">
            <a:solidFill>
              <a:srgbClr val="C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53072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Loyalty &amp; Rewards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0806" y="1215136"/>
            <a:ext cx="2085750" cy="508000"/>
          </a:xfrm>
          <a:prstGeom prst="roundRect">
            <a:avLst/>
          </a:prstGeom>
          <a:solidFill>
            <a:srgbClr val="84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0806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0806" y="1784096"/>
            <a:ext cx="2085750" cy="856284"/>
          </a:xfrm>
          <a:prstGeom prst="roundRect">
            <a:avLst/>
          </a:prstGeom>
          <a:solidFill>
            <a:srgbClr val="EEECE6"/>
          </a:solidFill>
          <a:ln w="9525"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0806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Catalog 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0806" y="2701340"/>
            <a:ext cx="2085750" cy="856284"/>
          </a:xfrm>
          <a:prstGeom prst="roundRect">
            <a:avLst/>
          </a:prstGeom>
          <a:solidFill>
            <a:srgbClr val="EEECE6"/>
          </a:solidFill>
          <a:ln w="9525"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0806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Search &amp; 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0806" y="3618584"/>
            <a:ext cx="2085750" cy="856284"/>
          </a:xfrm>
          <a:prstGeom prst="roundRect">
            <a:avLst/>
          </a:prstGeom>
          <a:solidFill>
            <a:srgbClr val="EEECE6"/>
          </a:solidFill>
          <a:ln w="9525"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0806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0806" y="4535828"/>
            <a:ext cx="2085750" cy="856284"/>
          </a:xfrm>
          <a:prstGeom prst="roundRect">
            <a:avLst/>
          </a:prstGeom>
          <a:solidFill>
            <a:srgbClr val="EEECE6"/>
          </a:solidFill>
          <a:ln w="9525">
            <a:solidFill>
              <a:srgbClr val="D2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0806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Pricing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2972" y="1215136"/>
            <a:ext cx="2085750" cy="508000"/>
          </a:xfrm>
          <a:prstGeom prst="round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2972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2972" y="1784096"/>
            <a:ext cx="2085750" cy="856284"/>
          </a:xfrm>
          <a:prstGeom prst="roundRect">
            <a:avLst/>
          </a:prstGeom>
          <a:solidFill>
            <a:srgbClr val="EEEBE4"/>
          </a:solidFill>
          <a:ln w="9525"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2972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Order Fulfillment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2972" y="2701340"/>
            <a:ext cx="2085750" cy="856284"/>
          </a:xfrm>
          <a:prstGeom prst="roundRect">
            <a:avLst/>
          </a:prstGeom>
          <a:solidFill>
            <a:srgbClr val="EEEBE4"/>
          </a:solidFill>
          <a:ln w="9525"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2972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Inventory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2972" y="3618584"/>
            <a:ext cx="2085750" cy="856284"/>
          </a:xfrm>
          <a:prstGeom prst="roundRect">
            <a:avLst/>
          </a:prstGeom>
          <a:solidFill>
            <a:srgbClr val="EEEBE4"/>
          </a:solidFill>
          <a:ln w="9525"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2972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Logistics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2972" y="4535828"/>
            <a:ext cx="2085750" cy="856284"/>
          </a:xfrm>
          <a:prstGeom prst="roundRect">
            <a:avLst/>
          </a:prstGeom>
          <a:solidFill>
            <a:srgbClr val="EEEBE4"/>
          </a:solidFill>
          <a:ln w="9525"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2972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Returns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52972" y="5453072"/>
            <a:ext cx="2085750" cy="856284"/>
          </a:xfrm>
          <a:prstGeom prst="roundRect">
            <a:avLst/>
          </a:prstGeom>
          <a:solidFill>
            <a:srgbClr val="EEEBE4"/>
          </a:solidFill>
          <a:ln w="9525">
            <a:solidFill>
              <a:srgbClr val="D4C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2972" y="5453072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Vendor Mgmt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5138" y="1215136"/>
            <a:ext cx="2085750" cy="508000"/>
          </a:xfrm>
          <a:prstGeom prst="roundRect">
            <a:avLst/>
          </a:prstGeom>
          <a:solidFill>
            <a:srgbClr val="927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5138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Data &amp;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05138" y="1784096"/>
            <a:ext cx="2085750" cy="856284"/>
          </a:xfrm>
          <a:prstGeom prst="roundRect">
            <a:avLst/>
          </a:prstGeom>
          <a:solidFill>
            <a:srgbClr val="EFEBE3"/>
          </a:solidFill>
          <a:ln w="9525">
            <a:solidFill>
              <a:srgbClr val="D7C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5138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Data Pipeline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5138" y="2701340"/>
            <a:ext cx="2085750" cy="856284"/>
          </a:xfrm>
          <a:prstGeom prst="roundRect">
            <a:avLst/>
          </a:prstGeom>
          <a:solidFill>
            <a:srgbClr val="EFEBE3"/>
          </a:solidFill>
          <a:ln w="9525">
            <a:solidFill>
              <a:srgbClr val="D7C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5138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BI &amp; Reporting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05138" y="3618584"/>
            <a:ext cx="2085750" cy="856284"/>
          </a:xfrm>
          <a:prstGeom prst="roundRect">
            <a:avLst/>
          </a:prstGeom>
          <a:solidFill>
            <a:srgbClr val="EFEBE3"/>
          </a:solidFill>
          <a:ln w="9525">
            <a:solidFill>
              <a:srgbClr val="D7C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5138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ML Platform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05138" y="4535828"/>
            <a:ext cx="2085750" cy="856284"/>
          </a:xfrm>
          <a:prstGeom prst="roundRect">
            <a:avLst/>
          </a:prstGeom>
          <a:solidFill>
            <a:srgbClr val="EFEBE3"/>
          </a:solidFill>
          <a:ln w="9525">
            <a:solidFill>
              <a:srgbClr val="D7C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05138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Experimentation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57304" y="1215136"/>
            <a:ext cx="2085750" cy="508000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7304" y="1215136"/>
            <a:ext cx="2085750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Platform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57304" y="1784096"/>
            <a:ext cx="2085750" cy="856284"/>
          </a:xfrm>
          <a:prstGeom prst="roundRect">
            <a:avLst/>
          </a:prstGeom>
          <a:solidFill>
            <a:srgbClr val="F0EAE1"/>
          </a:solidFill>
          <a:ln w="9525">
            <a:solidFill>
              <a:srgbClr val="DAC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7304" y="1784096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API Gateway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7304" y="2701340"/>
            <a:ext cx="2085750" cy="856284"/>
          </a:xfrm>
          <a:prstGeom prst="roundRect">
            <a:avLst/>
          </a:prstGeom>
          <a:solidFill>
            <a:srgbClr val="F0EAE1"/>
          </a:solidFill>
          <a:ln w="9525">
            <a:solidFill>
              <a:srgbClr val="DAC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7304" y="2701340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Auth &amp; Authz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57304" y="3618584"/>
            <a:ext cx="2085750" cy="856284"/>
          </a:xfrm>
          <a:prstGeom prst="roundRect">
            <a:avLst/>
          </a:prstGeom>
          <a:solidFill>
            <a:srgbClr val="F0EAE1"/>
          </a:solidFill>
          <a:ln w="9525">
            <a:solidFill>
              <a:srgbClr val="DAC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7304" y="3618584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Observability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57304" y="4535828"/>
            <a:ext cx="2085750" cy="856284"/>
          </a:xfrm>
          <a:prstGeom prst="roundRect">
            <a:avLst/>
          </a:prstGeom>
          <a:solidFill>
            <a:srgbClr val="F0EAE1"/>
          </a:solidFill>
          <a:ln w="9525">
            <a:solidFill>
              <a:srgbClr val="DAC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7304" y="4535828"/>
            <a:ext cx="2085750" cy="8562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0">
                <a:solidFill>
                  <a:srgbClr val="22201C"/>
                </a:solidFill>
                <a:latin typeface="Instrument Sans"/>
              </a:rPr>
              <a:t>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