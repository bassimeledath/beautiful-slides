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Market share shift, 2024 vs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193153"/>
            <a:ext cx="2062831" cy="381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500" b="1">
                <a:solidFill>
                  <a:srgbClr val="22201C"/>
                </a:solidFill>
                <a:latin typeface="Instrument Sans"/>
              </a:rPr>
              <a:t>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48678" y="1193153"/>
            <a:ext cx="2062831" cy="381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500" b="1">
                <a:solidFill>
                  <a:srgbClr val="22201C"/>
                </a:solidFill>
                <a:latin typeface="Instrument Sans"/>
              </a:rPr>
              <a:t>2025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43017" y="1958434"/>
            <a:ext cx="6905661" cy="592507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598567" y="1913984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4228" y="2506491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186" y="1816194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Alpha Corp  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05" y="2425375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28%  Alpha Corp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43017" y="2254687"/>
            <a:ext cx="6905661" cy="740635"/>
          </a:xfrm>
          <a:prstGeom prst="line">
            <a:avLst/>
          </a:prstGeom>
          <a:ln w="2540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98567" y="2950872"/>
            <a:ext cx="88900" cy="889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4228" y="2210237"/>
            <a:ext cx="88900" cy="889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186" y="2853082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22201C"/>
                </a:solidFill>
                <a:latin typeface="Instrument Sans"/>
              </a:rPr>
              <a:t>Beta Inc 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3005" y="2112447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30%  Beta Inc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43017" y="3884083"/>
            <a:ext cx="6905661" cy="148127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98567" y="3987760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4228" y="3839633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186" y="3889970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Gamma Ltd  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3005" y="3741843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19%  Gamma Ltd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43017" y="4476591"/>
            <a:ext cx="6905661" cy="148126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598567" y="4432141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04228" y="4580267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186" y="4334351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Delta Co 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3005" y="4482477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14%  Delta Co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43017" y="5217225"/>
            <a:ext cx="6905661" cy="148127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98567" y="5172775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4228" y="5320902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186" y="5074985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Epsilon AG 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3005" y="5223112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9%  Epsilon AG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643017" y="4920971"/>
            <a:ext cx="6905661" cy="592508"/>
          </a:xfrm>
          <a:prstGeom prst="line">
            <a:avLst/>
          </a:prstGeom>
          <a:ln w="2540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98567" y="5469029"/>
            <a:ext cx="88900" cy="889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4228" y="4876521"/>
            <a:ext cx="88900" cy="889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186" y="5387913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22201C"/>
                </a:solidFill>
                <a:latin typeface="Instrument Sans"/>
              </a:rPr>
              <a:t>Zeta Group  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3005" y="4795405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12%  Zeta Group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43017" y="5809733"/>
            <a:ext cx="6905661" cy="148126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598567" y="5765283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4228" y="5913409"/>
            <a:ext cx="88900" cy="889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186" y="5700841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Eta Partners  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3005" y="5815619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5%  Eta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