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Market share shift,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61733"/>
            <a:ext cx="2062831" cy="431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700" b="1">
                <a:solidFill>
                  <a:srgbClr val="1B1B1F"/>
                </a:solidFill>
                <a:latin typeface="Plus Jakarta Sans"/>
              </a:rPr>
              <a:t>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8678" y="1261733"/>
            <a:ext cx="2062831" cy="431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700" b="1">
                <a:solidFill>
                  <a:srgbClr val="1B1B1F"/>
                </a:solidFill>
                <a:latin typeface="Plus Jakarta Sans"/>
              </a:rPr>
              <a:t>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43017" y="2069580"/>
            <a:ext cx="6905661" cy="577262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98567" y="2025130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4228" y="2602392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186" y="190702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Alpha Corp  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3005" y="2553283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28%  Alpha Corp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643017" y="2358211"/>
            <a:ext cx="6905661" cy="721576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98567" y="3035337"/>
            <a:ext cx="88900" cy="889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4228" y="2313761"/>
            <a:ext cx="88900" cy="889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186" y="2917227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1B1B1F"/>
                </a:solidFill>
                <a:latin typeface="Plus Jakarta Sans"/>
              </a:rPr>
              <a:t>Beta Inc 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3005" y="2195651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30%  Beta Inc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43017" y="3945679"/>
            <a:ext cx="6905661" cy="144315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8567" y="4045544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4228" y="3901229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186" y="3927434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Gamma Ltd 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3005" y="3783119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19%  Gamma Ltd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43017" y="4522940"/>
            <a:ext cx="6905661" cy="144315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598567" y="4478490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4228" y="4622805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186" y="436038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Delta Co 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005" y="4504695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14%  Delta 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43017" y="5244516"/>
            <a:ext cx="6905661" cy="144315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98567" y="5200066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4228" y="5344381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186" y="5081956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Epsilon AG 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3005" y="5226271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9%  Epsilon AG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643017" y="4955886"/>
            <a:ext cx="6905661" cy="577261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98567" y="5488697"/>
            <a:ext cx="88900" cy="889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4228" y="4911436"/>
            <a:ext cx="88900" cy="88900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186" y="5439588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>
                <a:solidFill>
                  <a:srgbClr val="1B1B1F"/>
                </a:solidFill>
                <a:latin typeface="Plus Jakarta Sans"/>
              </a:rPr>
              <a:t>Zeta Group  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3005" y="4862327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12%  Zeta Group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43017" y="5821777"/>
            <a:ext cx="6905661" cy="144316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598567" y="5777327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4228" y="5921643"/>
            <a:ext cx="88900" cy="889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186" y="5797220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Eta Partners  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3005" y="5803533"/>
            <a:ext cx="1998504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B1B1F"/>
                </a:solidFill>
                <a:latin typeface="Plus Jakarta Sans"/>
              </a:rPr>
              <a:t>5%  Eta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