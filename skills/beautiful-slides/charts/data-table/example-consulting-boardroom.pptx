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4415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Public Sans"/>
              </a:rPr>
              <a:t>Q1 2025 Revenue by Region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55040"/>
            <a:ext cx="3797419" cy="426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7540" y="955040"/>
            <a:ext cx="3619619" cy="426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Public Sans"/>
              </a:rPr>
              <a:t>REGION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6059" y="955040"/>
            <a:ext cx="1824249" cy="426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959" y="955040"/>
            <a:ext cx="1646449" cy="426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01828"/>
                </a:solidFill>
                <a:latin typeface="Public Sans"/>
              </a:rPr>
              <a:t>REVENUE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0308" y="955040"/>
            <a:ext cx="1563642" cy="426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9208" y="955040"/>
            <a:ext cx="1385842" cy="426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01828"/>
                </a:solidFill>
                <a:latin typeface="Public Sans"/>
              </a:rPr>
              <a:t>GROWTH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33950" y="955040"/>
            <a:ext cx="1563642" cy="426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22850" y="955040"/>
            <a:ext cx="1385842" cy="426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01828"/>
                </a:solidFill>
                <a:latin typeface="Public Sans"/>
              </a:rPr>
              <a:t>MARGIN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97592" y="955040"/>
            <a:ext cx="2345463" cy="426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86492" y="955040"/>
            <a:ext cx="2167663" cy="426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01828"/>
                </a:solidFill>
                <a:latin typeface="Public Sans"/>
              </a:rPr>
              <a:t>HEADCOUNT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381760"/>
            <a:ext cx="11094415" cy="14286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1396046"/>
            <a:ext cx="3797419" cy="349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540" y="1396046"/>
            <a:ext cx="3619619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North America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6059" y="1396046"/>
            <a:ext cx="1824249" cy="349250"/>
          </a:xfrm>
          <a:prstGeom prst="rect">
            <a:avLst/>
          </a:prstGeom>
          <a:solidFill>
            <a:srgbClr val="DB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959" y="1396046"/>
            <a:ext cx="1646449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0F4C81"/>
                </a:solidFill>
                <a:latin typeface="Public Sans"/>
              </a:rPr>
              <a:t>$12.4M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0308" y="1396046"/>
            <a:ext cx="1563642" cy="349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9208" y="1396046"/>
            <a:ext cx="1385842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+18%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33950" y="1396046"/>
            <a:ext cx="1563642" cy="349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22850" y="1396046"/>
            <a:ext cx="1385842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72%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97592" y="1396046"/>
            <a:ext cx="2345463" cy="349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6492" y="1396046"/>
            <a:ext cx="2167663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142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1745296"/>
            <a:ext cx="11094415" cy="7143"/>
          </a:xfrm>
          <a:prstGeom prst="rect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1745296"/>
            <a:ext cx="3797419" cy="34925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540" y="1745296"/>
            <a:ext cx="3619619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EMEA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6059" y="1745296"/>
            <a:ext cx="1824249" cy="34925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959" y="1745296"/>
            <a:ext cx="1646449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$8.1M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0308" y="1745296"/>
            <a:ext cx="1563642" cy="34925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59208" y="1745296"/>
            <a:ext cx="1385842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+12%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33950" y="1745296"/>
            <a:ext cx="1563642" cy="34925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22850" y="1745296"/>
            <a:ext cx="1385842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68%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97592" y="1745296"/>
            <a:ext cx="2345463" cy="34925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86492" y="1745296"/>
            <a:ext cx="2167663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89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2094546"/>
            <a:ext cx="11094415" cy="7143"/>
          </a:xfrm>
          <a:prstGeom prst="rect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2094546"/>
            <a:ext cx="3797419" cy="349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540" y="2094546"/>
            <a:ext cx="3619619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APAC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46059" y="2094546"/>
            <a:ext cx="1824249" cy="349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959" y="2094546"/>
            <a:ext cx="1646449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$5.6M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0308" y="2094546"/>
            <a:ext cx="1563642" cy="349250"/>
          </a:xfrm>
          <a:prstGeom prst="rect">
            <a:avLst/>
          </a:prstGeom>
          <a:solidFill>
            <a:srgbClr val="DB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59208" y="2094546"/>
            <a:ext cx="1385842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0F4C81"/>
                </a:solidFill>
                <a:latin typeface="Public Sans"/>
              </a:rPr>
              <a:t>+34%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33950" y="2094546"/>
            <a:ext cx="1563642" cy="349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22850" y="2094546"/>
            <a:ext cx="1385842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65%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97592" y="2094546"/>
            <a:ext cx="2345463" cy="349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86492" y="2094546"/>
            <a:ext cx="2167663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64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2443796"/>
            <a:ext cx="11094415" cy="7143"/>
          </a:xfrm>
          <a:prstGeom prst="rect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2443796"/>
            <a:ext cx="3797419" cy="34925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7540" y="2443796"/>
            <a:ext cx="3619619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LATAM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46059" y="2443796"/>
            <a:ext cx="1824249" cy="34925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34959" y="2443796"/>
            <a:ext cx="1646449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$2.3M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0308" y="2443796"/>
            <a:ext cx="1563642" cy="34925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59208" y="2443796"/>
            <a:ext cx="1385842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+22%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33950" y="2443796"/>
            <a:ext cx="1563642" cy="34925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22850" y="2443796"/>
            <a:ext cx="1385842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61%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97592" y="2443796"/>
            <a:ext cx="2345463" cy="34925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86492" y="2443796"/>
            <a:ext cx="2167663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31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2793046"/>
            <a:ext cx="11094415" cy="7143"/>
          </a:xfrm>
          <a:prstGeom prst="rect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" y="2793046"/>
            <a:ext cx="3797419" cy="349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7540" y="2793046"/>
            <a:ext cx="3619619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Middle East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46059" y="2793046"/>
            <a:ext cx="1824249" cy="349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34959" y="2793046"/>
            <a:ext cx="1646449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$1.1M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70308" y="2793046"/>
            <a:ext cx="1563642" cy="349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59208" y="2793046"/>
            <a:ext cx="1385842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+8%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33950" y="2793046"/>
            <a:ext cx="1563642" cy="349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22850" y="2793046"/>
            <a:ext cx="1385842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59%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97592" y="2793046"/>
            <a:ext cx="2345463" cy="349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86492" y="2793046"/>
            <a:ext cx="2167663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