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81514"/>
                </a:solidFill>
                <a:latin typeface="Fraunces"/>
              </a:rPr>
              <a:t>Q1 2025 Revenue by Region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3797419" cy="497839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0240" y="1005840"/>
            <a:ext cx="3594219" cy="497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81514"/>
                </a:solidFill>
                <a:latin typeface="Newsreader"/>
              </a:rPr>
              <a:t>REGION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6059" y="1005840"/>
            <a:ext cx="1824249" cy="497839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7659" y="1005840"/>
            <a:ext cx="1621049" cy="497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181514"/>
                </a:solidFill>
                <a:latin typeface="Newsreader"/>
              </a:rPr>
              <a:t>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0308" y="1005840"/>
            <a:ext cx="1563642" cy="497839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1908" y="1005840"/>
            <a:ext cx="1360442" cy="497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181514"/>
                </a:solidFill>
                <a:latin typeface="Newsreader"/>
              </a:rPr>
              <a:t>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33950" y="1005840"/>
            <a:ext cx="1563642" cy="497839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5550" y="1005840"/>
            <a:ext cx="1360442" cy="497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181514"/>
                </a:solidFill>
                <a:latin typeface="Newsreader"/>
              </a:rPr>
              <a:t>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97592" y="1005840"/>
            <a:ext cx="2345463" cy="497839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9192" y="1005840"/>
            <a:ext cx="2142263" cy="4978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181514"/>
                </a:solidFill>
                <a:latin typeface="Newsreader"/>
              </a:rPr>
              <a:t>HEADCOUNT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503679"/>
            <a:ext cx="11094415" cy="14286"/>
          </a:xfrm>
          <a:prstGeom prst="rect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1517965"/>
            <a:ext cx="3797419" cy="41275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240" y="1517965"/>
            <a:ext cx="359421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North America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6059" y="1517965"/>
            <a:ext cx="1824249" cy="412750"/>
          </a:xfrm>
          <a:prstGeom prst="rect">
            <a:avLst/>
          </a:prstGeom>
          <a:solidFill>
            <a:srgbClr val="E6D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7659" y="1517965"/>
            <a:ext cx="162104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8C2F39"/>
                </a:solidFill>
                <a:latin typeface="IBM Plex Mono"/>
              </a:rPr>
              <a:t>$12.4M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0308" y="1517965"/>
            <a:ext cx="1563642" cy="41275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1908" y="151796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+18%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33950" y="1517965"/>
            <a:ext cx="1563642" cy="41275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35550" y="151796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72%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7592" y="1517965"/>
            <a:ext cx="2345463" cy="41275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9192" y="1517965"/>
            <a:ext cx="2142263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142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1930715"/>
            <a:ext cx="11094415" cy="7143"/>
          </a:xfrm>
          <a:prstGeom prst="rect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1930715"/>
            <a:ext cx="3797419" cy="412750"/>
          </a:xfrm>
          <a:prstGeom prst="rect">
            <a:avLst/>
          </a:prstGeom>
          <a:solidFill>
            <a:srgbClr val="EB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240" y="1930715"/>
            <a:ext cx="359421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EMEA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6059" y="1930715"/>
            <a:ext cx="1824249" cy="412750"/>
          </a:xfrm>
          <a:prstGeom prst="rect">
            <a:avLst/>
          </a:prstGeom>
          <a:solidFill>
            <a:srgbClr val="EB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7659" y="1930715"/>
            <a:ext cx="162104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$8.1M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0308" y="1930715"/>
            <a:ext cx="1563642" cy="412750"/>
          </a:xfrm>
          <a:prstGeom prst="rect">
            <a:avLst/>
          </a:prstGeom>
          <a:solidFill>
            <a:srgbClr val="EB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1908" y="193071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+12%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33950" y="1930715"/>
            <a:ext cx="1563642" cy="412750"/>
          </a:xfrm>
          <a:prstGeom prst="rect">
            <a:avLst/>
          </a:prstGeom>
          <a:solidFill>
            <a:srgbClr val="EB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35550" y="193071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68%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97592" y="1930715"/>
            <a:ext cx="2345463" cy="412750"/>
          </a:xfrm>
          <a:prstGeom prst="rect">
            <a:avLst/>
          </a:prstGeom>
          <a:solidFill>
            <a:srgbClr val="EB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99192" y="1930715"/>
            <a:ext cx="2142263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89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343465"/>
            <a:ext cx="11094415" cy="7143"/>
          </a:xfrm>
          <a:prstGeom prst="rect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2343465"/>
            <a:ext cx="3797419" cy="41275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240" y="2343465"/>
            <a:ext cx="359421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APAC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46059" y="2343465"/>
            <a:ext cx="1824249" cy="41275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47659" y="2343465"/>
            <a:ext cx="162104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$5.6M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0308" y="2343465"/>
            <a:ext cx="1563642" cy="412750"/>
          </a:xfrm>
          <a:prstGeom prst="rect">
            <a:avLst/>
          </a:prstGeom>
          <a:solidFill>
            <a:srgbClr val="E6D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71908" y="234346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>
                <a:solidFill>
                  <a:srgbClr val="8C2F39"/>
                </a:solidFill>
                <a:latin typeface="IBM Plex Mono"/>
              </a:rPr>
              <a:t>+34%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33950" y="2343465"/>
            <a:ext cx="1563642" cy="41275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35550" y="234346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65%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97592" y="2343465"/>
            <a:ext cx="2345463" cy="41275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99192" y="2343465"/>
            <a:ext cx="2142263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64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2756215"/>
            <a:ext cx="11094415" cy="7143"/>
          </a:xfrm>
          <a:prstGeom prst="rect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" y="2756215"/>
            <a:ext cx="3797419" cy="412750"/>
          </a:xfrm>
          <a:prstGeom prst="rect">
            <a:avLst/>
          </a:prstGeom>
          <a:solidFill>
            <a:srgbClr val="EB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0240" y="2756215"/>
            <a:ext cx="359421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LATAM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6059" y="2756215"/>
            <a:ext cx="1824249" cy="412750"/>
          </a:xfrm>
          <a:prstGeom prst="rect">
            <a:avLst/>
          </a:prstGeom>
          <a:solidFill>
            <a:srgbClr val="EB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47659" y="2756215"/>
            <a:ext cx="162104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$2.3M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0308" y="2756215"/>
            <a:ext cx="1563642" cy="412750"/>
          </a:xfrm>
          <a:prstGeom prst="rect">
            <a:avLst/>
          </a:prstGeom>
          <a:solidFill>
            <a:srgbClr val="EB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71908" y="275621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+22%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33950" y="2756215"/>
            <a:ext cx="1563642" cy="412750"/>
          </a:xfrm>
          <a:prstGeom prst="rect">
            <a:avLst/>
          </a:prstGeom>
          <a:solidFill>
            <a:srgbClr val="EB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35550" y="275621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61%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97592" y="2756215"/>
            <a:ext cx="2345463" cy="412750"/>
          </a:xfrm>
          <a:prstGeom prst="rect">
            <a:avLst/>
          </a:prstGeom>
          <a:solidFill>
            <a:srgbClr val="EBE6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99192" y="2756215"/>
            <a:ext cx="2142263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31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3168965"/>
            <a:ext cx="11094415" cy="7143"/>
          </a:xfrm>
          <a:prstGeom prst="rect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" y="3168965"/>
            <a:ext cx="3797419" cy="41275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0240" y="3168965"/>
            <a:ext cx="359421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Middle East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46059" y="3168965"/>
            <a:ext cx="1824249" cy="41275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47659" y="3168965"/>
            <a:ext cx="1621049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$1.1M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0308" y="3168965"/>
            <a:ext cx="1563642" cy="41275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71908" y="316896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+8%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33950" y="3168965"/>
            <a:ext cx="1563642" cy="41275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35550" y="3168965"/>
            <a:ext cx="1360442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59%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97592" y="3168965"/>
            <a:ext cx="2345463" cy="41275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99192" y="3168965"/>
            <a:ext cx="2142263" cy="412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81514"/>
                </a:solidFill>
                <a:latin typeface="IBM Plex Mon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