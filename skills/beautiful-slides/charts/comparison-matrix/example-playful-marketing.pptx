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B1B1F"/>
                </a:solidFill>
                <a:latin typeface="Bricolage Grotesque"/>
              </a:rPr>
              <a:t>Platform Feature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5040" y="1082040"/>
            <a:ext cx="156966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B1B1F"/>
                </a:solidFill>
                <a:latin typeface="Plus Jakarta Sans"/>
              </a:rPr>
              <a:t>SSO/SAML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09" y="1082040"/>
            <a:ext cx="156966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B1B1F"/>
                </a:solidFill>
                <a:latin typeface="Plus Jakarta Sans"/>
              </a:rPr>
              <a:t>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4378" y="1082040"/>
            <a:ext cx="156966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B1B1F"/>
                </a:solidFill>
                <a:latin typeface="Plus Jakarta Sans"/>
              </a:rPr>
              <a:t>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4047" y="1082040"/>
            <a:ext cx="156966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B1B1F"/>
                </a:solidFill>
                <a:latin typeface="Plus Jakarta Sans"/>
              </a:rPr>
              <a:t>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716" y="1082040"/>
            <a:ext cx="156966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B1B1F"/>
                </a:solidFill>
                <a:latin typeface="Plus Jakarta Sans"/>
              </a:rPr>
              <a:t>Custom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3385" y="1082040"/>
            <a:ext cx="156966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B1B1F"/>
                </a:solidFill>
                <a:latin typeface="Plus Jakarta Sans"/>
              </a:rPr>
              <a:t>24/7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15440"/>
            <a:ext cx="11094415" cy="1173480"/>
          </a:xfrm>
          <a:prstGeom prst="rect">
            <a:avLst/>
          </a:prstGeom>
          <a:solidFill>
            <a:srgbClr val="FF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15440"/>
            <a:ext cx="1493520" cy="117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7A00"/>
                </a:solidFill>
                <a:latin typeface="Plus Jakarta Sans"/>
              </a:rPr>
              <a:t>Our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6504" y="190881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AB39C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173" y="190881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AB39C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5842" y="190881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AB39C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5511" y="190881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AB39C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5180" y="190881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AB39C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4849" y="190881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AB39C"/>
                </a:solidFill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88920"/>
            <a:ext cx="11094415" cy="1173480"/>
          </a:xfrm>
          <a:prstGeom prst="rect">
            <a:avLst/>
          </a:prstGeom>
          <a:solidFill>
            <a:srgbClr val="F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88920"/>
            <a:ext cx="1493520" cy="117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Plus Jakarta Sans"/>
              </a:rPr>
              <a:t>Competitor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6504" y="308229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AB39C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6173" y="308229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AB39C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5842" y="308229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B1B1F"/>
                </a:solidFill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5511" y="308229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0">
                <a:solidFill>
                  <a:srgbClr val="FF7A00"/>
                </a:solidFill>
              </a:rPr>
              <a:t>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5180" y="308229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B1B1F"/>
                </a:solidFill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4849" y="308229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AB39C"/>
                </a:solidFill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62400"/>
            <a:ext cx="11094415" cy="117348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962400"/>
            <a:ext cx="1493520" cy="117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Plus Jakarta Sans"/>
              </a:rPr>
              <a:t>Competitor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6504" y="425577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AB39C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6173" y="425577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B1B1F"/>
                </a:solidFill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5842" y="425577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AB39C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5511" y="425577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B1B1F"/>
                </a:solidFill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5180" y="425577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B1B1F"/>
                </a:solidFill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4849" y="425577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0">
                <a:solidFill>
                  <a:srgbClr val="FF7A00"/>
                </a:solidFill>
              </a:rPr>
              <a:t>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135880"/>
            <a:ext cx="11094415" cy="1173480"/>
          </a:xfrm>
          <a:prstGeom prst="rect">
            <a:avLst/>
          </a:prstGeom>
          <a:solidFill>
            <a:srgbClr val="F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35880"/>
            <a:ext cx="1493520" cy="117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Plus Jakarta Sans"/>
              </a:rPr>
              <a:t>Competitor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16504" y="542925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B1B1F"/>
                </a:solidFill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6173" y="542925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B1B1F"/>
                </a:solidFill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5842" y="542925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0">
                <a:solidFill>
                  <a:srgbClr val="FF7A00"/>
                </a:solidFill>
              </a:rPr>
              <a:t>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5511" y="542925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B1B1F"/>
                </a:solidFill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95180" y="542925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B1B1F"/>
                </a:solidFill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4849" y="5429250"/>
            <a:ext cx="586740" cy="586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1B1B1F"/>
                </a:solidFill>
              </a:rPr>
              <a:t>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309360"/>
            <a:ext cx="11094415" cy="4762"/>
          </a:xfrm>
          <a:prstGeom prst="rect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