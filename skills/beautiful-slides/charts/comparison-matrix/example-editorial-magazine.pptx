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81514"/>
                </a:solidFill>
                <a:latin typeface="Fraunces"/>
              </a:rPr>
              <a:t>Platform Feature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5490" y="1005840"/>
            <a:ext cx="1604594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81514"/>
                </a:solidFill>
                <a:latin typeface="Newsreader"/>
              </a:rPr>
              <a:t>SSO/SAML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20084" y="1005840"/>
            <a:ext cx="1604594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81514"/>
                </a:solidFill>
                <a:latin typeface="Newsreader"/>
              </a:rPr>
              <a:t>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4678" y="1005840"/>
            <a:ext cx="1604594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81514"/>
                </a:solidFill>
                <a:latin typeface="Newsreader"/>
              </a:rPr>
              <a:t>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9272" y="1005840"/>
            <a:ext cx="1604594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81514"/>
                </a:solidFill>
                <a:latin typeface="Newsreader"/>
              </a:rPr>
              <a:t>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3866" y="1005840"/>
            <a:ext cx="1604594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81514"/>
                </a:solidFill>
                <a:latin typeface="Newsreader"/>
              </a:rPr>
              <a:t>Custom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8460" y="1005840"/>
            <a:ext cx="1604594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81514"/>
                </a:solidFill>
                <a:latin typeface="Newsreader"/>
              </a:rPr>
              <a:t>24/7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01140"/>
            <a:ext cx="11094415" cy="1202055"/>
          </a:xfrm>
          <a:prstGeom prst="rect">
            <a:avLst/>
          </a:prstGeom>
          <a:solidFill>
            <a:srgbClr val="EE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920" y="1501140"/>
            <a:ext cx="1304290" cy="1202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C2F39"/>
                </a:solidFill>
                <a:latin typeface="Newsreader"/>
              </a:rPr>
              <a:t>Our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7274" y="180165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C5B0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1868" y="180165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C5B00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6462" y="180165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C5B00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1056" y="180165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C5B00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5650" y="180165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C5B00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0244" y="180165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C5B00"/>
                </a:solidFill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03195"/>
            <a:ext cx="11094415" cy="1202055"/>
          </a:xfrm>
          <a:prstGeom prst="rect">
            <a:avLst/>
          </a:prstGeom>
          <a:solidFill>
            <a:srgbClr val="EE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920" y="2703195"/>
            <a:ext cx="1304290" cy="1202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81514"/>
                </a:solidFill>
                <a:latin typeface="Newsreader"/>
              </a:rPr>
              <a:t>Competitor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7274" y="300370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C5B00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21868" y="300370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C5B00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6462" y="300370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81514"/>
                </a:solidFill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1056" y="300370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0">
                <a:solidFill>
                  <a:srgbClr val="8C2F39"/>
                </a:solidFill>
              </a:rPr>
              <a:t>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5650" y="300370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81514"/>
                </a:solidFill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40244" y="300370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C5B00"/>
                </a:solidFill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05250"/>
            <a:ext cx="11094415" cy="1202055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920" y="3905250"/>
            <a:ext cx="1304290" cy="1202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81514"/>
                </a:solidFill>
                <a:latin typeface="Newsreader"/>
              </a:rPr>
              <a:t>Competitor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7274" y="420576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C5B00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21868" y="420576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81514"/>
                </a:solidFill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26462" y="420576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C5B00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1056" y="420576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81514"/>
                </a:solidFill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5650" y="420576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81514"/>
                </a:solidFill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40244" y="420576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0">
                <a:solidFill>
                  <a:srgbClr val="8C2F39"/>
                </a:solidFill>
              </a:rPr>
              <a:t>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107305"/>
            <a:ext cx="11094415" cy="1202055"/>
          </a:xfrm>
          <a:prstGeom prst="rect">
            <a:avLst/>
          </a:prstGeom>
          <a:solidFill>
            <a:srgbClr val="EE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920" y="5107305"/>
            <a:ext cx="1304290" cy="1202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81514"/>
                </a:solidFill>
                <a:latin typeface="Newsreader"/>
              </a:rPr>
              <a:t>Competitor 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7274" y="540781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81514"/>
                </a:solidFill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21868" y="540781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81514"/>
                </a:solidFill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26462" y="540781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0">
                <a:solidFill>
                  <a:srgbClr val="8C2F39"/>
                </a:solidFill>
              </a:rPr>
              <a:t>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1056" y="540781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81514"/>
                </a:solidFill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5650" y="540781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81514"/>
                </a:solidFill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40244" y="540781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81514"/>
                </a:solidFill>
              </a:rPr>
              <a:t>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309360"/>
            <a:ext cx="11094415" cy="4762"/>
          </a:xfrm>
          <a:prstGeom prst="rect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