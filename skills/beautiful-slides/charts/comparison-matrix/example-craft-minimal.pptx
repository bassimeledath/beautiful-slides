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201C"/>
                </a:solidFill>
                <a:latin typeface="Instrument Serif"/>
              </a:rPr>
              <a:t>Platform 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5490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201C"/>
                </a:solidFill>
                <a:latin typeface="Instrument Sans"/>
              </a:rPr>
              <a:t>SSO/SAML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0084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201C"/>
                </a:solidFill>
                <a:latin typeface="Instrument Sans"/>
              </a:rPr>
              <a:t>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4678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201C"/>
                </a:solidFill>
                <a:latin typeface="Instrument Sans"/>
              </a:rP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9272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201C"/>
                </a:solidFill>
                <a:latin typeface="Instrument Sans"/>
              </a:rP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3866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201C"/>
                </a:solidFill>
                <a:latin typeface="Instrument Sans"/>
              </a:rPr>
              <a:t>Custom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8460" y="1005840"/>
            <a:ext cx="1604594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201C"/>
                </a:solidFill>
                <a:latin typeface="Instrument Sans"/>
              </a:rPr>
              <a:t>24/7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01140"/>
            <a:ext cx="11094415" cy="1202055"/>
          </a:xfrm>
          <a:prstGeom prst="rect">
            <a:avLst/>
          </a:prstGeom>
          <a:solidFill>
            <a:srgbClr val="F2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920" y="1501140"/>
            <a:ext cx="1304290" cy="1202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7C8571"/>
                </a:solidFill>
                <a:latin typeface="Instrument Sans"/>
              </a:rPr>
              <a:t>Our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7274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1868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6462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1056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5650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0244" y="180165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03195"/>
            <a:ext cx="11094415" cy="1202055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920" y="2703195"/>
            <a:ext cx="1304290" cy="1202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Competitor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7274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1868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6462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1056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7C8571"/>
                </a:solidFill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5650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0244" y="300370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05250"/>
            <a:ext cx="11094415" cy="1202055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920" y="3905250"/>
            <a:ext cx="1304290" cy="1202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Competitor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7274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1868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26462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9A6B39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1056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5650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40244" y="4205764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7C8571"/>
                </a:solidFill>
              </a:rP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07305"/>
            <a:ext cx="11094415" cy="1202055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920" y="5107305"/>
            <a:ext cx="1304290" cy="1202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Competitor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7274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21868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6462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7C8571"/>
                </a:solidFill>
              </a:rPr>
              <a:t>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1056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5650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40244" y="5407819"/>
            <a:ext cx="601027" cy="6010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2201C"/>
                </a:solidFill>
              </a:rPr>
              <a:t>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1094415" cy="4762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