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11441"/>
            <a:ext cx="11031323" cy="276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652441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828088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4003735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179383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355030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530678"/>
            <a:ext cx="851008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545761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721408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97055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72703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248350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423998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530678"/>
            <a:ext cx="0" cy="4121763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652441"/>
            <a:ext cx="8510085" cy="0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939166"/>
            <a:ext cx="851008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828088"/>
            <a:ext cx="709173" cy="32974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157829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157829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828088"/>
            <a:ext cx="709174" cy="32974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63217"/>
            <a:ext cx="709173" cy="16487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98347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33476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68606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68606"/>
            <a:ext cx="709173" cy="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4003735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4003735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38865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716945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828088"/>
            <a:ext cx="709173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828088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98347"/>
            <a:ext cx="709174" cy="32974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68606"/>
            <a:ext cx="709174" cy="32974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4003735"/>
            <a:ext cx="709173" cy="16487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38865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38865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73994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509124"/>
            <a:ext cx="709173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44253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179383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179383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57463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98347"/>
            <a:ext cx="709173" cy="329741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38865"/>
            <a:ext cx="709174" cy="659482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44253"/>
            <a:ext cx="709174" cy="494612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179383"/>
            <a:ext cx="709174" cy="164870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849642"/>
            <a:ext cx="709173" cy="329741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849642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684771"/>
            <a:ext cx="709174" cy="164871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684771"/>
            <a:ext cx="709174" cy="0"/>
          </a:xfrm>
          <a:prstGeom prst="line">
            <a:avLst/>
          </a:prstGeom>
          <a:ln w="15875">
            <a:solidFill>
              <a:srgbClr val="7B776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62851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68606"/>
            <a:ext cx="709173" cy="659482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3014512"/>
            <a:ext cx="709174" cy="1154094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860419"/>
            <a:ext cx="709174" cy="1154093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809619"/>
            <a:ext cx="101600" cy="1016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840099"/>
            <a:ext cx="40640" cy="40640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738499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