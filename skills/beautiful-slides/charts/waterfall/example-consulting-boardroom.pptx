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Net income walk, FY23 to FY24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613146"/>
            <a:ext cx="2921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4774286"/>
            <a:ext cx="2921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25144" y="4863186"/>
            <a:ext cx="1031920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3935426"/>
            <a:ext cx="2921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25144" y="4024326"/>
            <a:ext cx="1031920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3096565"/>
            <a:ext cx="2921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25144" y="3185465"/>
            <a:ext cx="1031920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2257705"/>
            <a:ext cx="2921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60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5144" y="2346605"/>
            <a:ext cx="1031920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1418844"/>
            <a:ext cx="2921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80M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5144" y="1507744"/>
            <a:ext cx="1031920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5144" y="4863186"/>
            <a:ext cx="10319207" cy="0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202044" y="2598263"/>
            <a:ext cx="1120371" cy="2264923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5144" y="5757926"/>
            <a:ext cx="1474172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FY23 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2044" y="2420463"/>
            <a:ext cx="1120371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54M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6217" y="1675517"/>
            <a:ext cx="1120371" cy="922746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322415" y="2598263"/>
            <a:ext cx="353802" cy="0"/>
          </a:xfrm>
          <a:prstGeom prst="line">
            <a:avLst/>
          </a:prstGeom>
          <a:ln w="4762" a:prstDash="">
            <a:solidFill>
              <a:srgbClr val="475467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99316" y="5757926"/>
            <a:ext cx="1474172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Rev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6217" y="1497717"/>
            <a:ext cx="1120371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+22M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50389" y="1675517"/>
            <a:ext cx="1120371" cy="377487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796588" y="1675517"/>
            <a:ext cx="353801" cy="0"/>
          </a:xfrm>
          <a:prstGeom prst="line">
            <a:avLst/>
          </a:prstGeom>
          <a:ln w="4762" a:prstDash="">
            <a:solidFill>
              <a:srgbClr val="475467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73488" y="5757926"/>
            <a:ext cx="1474172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COGS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0389" y="2065704"/>
            <a:ext cx="1120371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-9M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4561" y="2053004"/>
            <a:ext cx="1120371" cy="293601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270760" y="2053004"/>
            <a:ext cx="353801" cy="0"/>
          </a:xfrm>
          <a:prstGeom prst="line">
            <a:avLst/>
          </a:prstGeom>
          <a:ln w="4762" a:prstDash="">
            <a:solidFill>
              <a:srgbClr val="475467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47661" y="5757926"/>
            <a:ext cx="1474172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OpEx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4561" y="2359305"/>
            <a:ext cx="1120371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-7M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98734" y="2220776"/>
            <a:ext cx="1120371" cy="12582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744933" y="2346605"/>
            <a:ext cx="353801" cy="0"/>
          </a:xfrm>
          <a:prstGeom prst="line">
            <a:avLst/>
          </a:prstGeom>
          <a:ln w="4762" a:prstDash="">
            <a:solidFill>
              <a:srgbClr val="475467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21833" y="5757926"/>
            <a:ext cx="1474172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Tax benefit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8734" y="2042976"/>
            <a:ext cx="1120371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+3M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72906" y="2220776"/>
            <a:ext cx="1120371" cy="83886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219105" y="2220776"/>
            <a:ext cx="353801" cy="0"/>
          </a:xfrm>
          <a:prstGeom prst="line">
            <a:avLst/>
          </a:prstGeom>
          <a:ln w="4762" a:prstDash="">
            <a:solidFill>
              <a:srgbClr val="475467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396006" y="5757926"/>
            <a:ext cx="1474172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FX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2906" y="2317362"/>
            <a:ext cx="1120371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-2M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47079" y="2304662"/>
            <a:ext cx="1120371" cy="2558524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693277" y="2304662"/>
            <a:ext cx="353802" cy="0"/>
          </a:xfrm>
          <a:prstGeom prst="line">
            <a:avLst/>
          </a:prstGeom>
          <a:ln w="4762" a:prstDash="">
            <a:solidFill>
              <a:srgbClr val="475467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70178" y="5757926"/>
            <a:ext cx="1474172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FY24 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7079" y="2126862"/>
            <a:ext cx="1120371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61M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