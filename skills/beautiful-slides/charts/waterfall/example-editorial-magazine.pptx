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Cost buildup per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511546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851019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1184" y="4957699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190492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1184" y="4297172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529965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1184" y="3636645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2869438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1184" y="2976118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2208911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1184" y="2315591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1548384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1184" y="1655064"/>
            <a:ext cx="10222687" cy="0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1184" y="4957699"/>
            <a:ext cx="10222687" cy="0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36528" y="3570593"/>
            <a:ext cx="1553848" cy="1387106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1184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6528" y="3357233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1065" y="2645855"/>
            <a:ext cx="1553848" cy="924738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890376" y="3570593"/>
            <a:ext cx="490689" cy="0"/>
          </a:xfrm>
          <a:prstGeom prst="line">
            <a:avLst/>
          </a:prstGeom>
          <a:ln w="4762" a:prstDash="">
            <a:solidFill>
              <a:srgbClr val="6F675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35721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Labor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065" y="2432495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+28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25603" y="2150460"/>
            <a:ext cx="1553848" cy="49539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934914" y="2645855"/>
            <a:ext cx="490689" cy="0"/>
          </a:xfrm>
          <a:prstGeom prst="line">
            <a:avLst/>
          </a:prstGeom>
          <a:ln w="4762" a:prstDash="">
            <a:solidFill>
              <a:srgbClr val="6F675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80258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Overhead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5603" y="1937100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+15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0140" y="2150460"/>
            <a:ext cx="1553848" cy="198158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979451" y="2150460"/>
            <a:ext cx="490689" cy="0"/>
          </a:xfrm>
          <a:prstGeom prst="line">
            <a:avLst/>
          </a:prstGeom>
          <a:ln w="4762" a:prstDash="">
            <a:solidFill>
              <a:srgbClr val="6F675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24796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Rebates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140" y="2363858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14678" y="2348618"/>
            <a:ext cx="1553848" cy="2609081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023989" y="2348618"/>
            <a:ext cx="490689" cy="0"/>
          </a:xfrm>
          <a:prstGeom prst="line">
            <a:avLst/>
          </a:prstGeom>
          <a:ln w="4762" a:prstDash="">
            <a:solidFill>
              <a:srgbClr val="6F675F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69333" y="5684266"/>
            <a:ext cx="2044537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Total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4678" y="2135258"/>
            <a:ext cx="1553848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