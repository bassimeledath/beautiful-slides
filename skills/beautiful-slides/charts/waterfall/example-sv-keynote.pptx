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Revenue bridge, Q4 to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40994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94058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57224" y="5065046"/>
            <a:ext cx="1012616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47122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7224" y="4595686"/>
            <a:ext cx="1012616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400186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7224" y="4126326"/>
            <a:ext cx="1012616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3532506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7224" y="3656965"/>
            <a:ext cx="1012616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3063146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7224" y="3187605"/>
            <a:ext cx="1012616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2593786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7224" y="2718245"/>
            <a:ext cx="1012616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2124426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7224" y="2248885"/>
            <a:ext cx="1012616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1655065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140M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57224" y="1779524"/>
            <a:ext cx="1012616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7224" y="5065046"/>
            <a:ext cx="10126167" cy="0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59747" y="2718245"/>
            <a:ext cx="1282647" cy="2346801"/>
          </a:xfrm>
          <a:prstGeom prst="roundRect">
            <a:avLst>
              <a:gd name="adj" fmla="val 2227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7224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Q4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9747" y="2469325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100M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7441" y="2295821"/>
            <a:ext cx="1282647" cy="422424"/>
          </a:xfrm>
          <a:prstGeom prst="roundRect">
            <a:avLst>
              <a:gd name="adj" fmla="val 6764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642395" y="2718245"/>
            <a:ext cx="405046" cy="0"/>
          </a:xfrm>
          <a:prstGeom prst="line">
            <a:avLst/>
          </a:prstGeom>
          <a:ln w="4762" a:prstDash="">
            <a:solidFill>
              <a:srgbClr val="9AA4B2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44918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New logos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7441" y="2046901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+18M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35136" y="2014205"/>
            <a:ext cx="1282647" cy="281616"/>
          </a:xfrm>
          <a:prstGeom prst="roundRect">
            <a:avLst>
              <a:gd name="adj" fmla="val 10146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330089" y="2295821"/>
            <a:ext cx="405047" cy="0"/>
          </a:xfrm>
          <a:prstGeom prst="line">
            <a:avLst/>
          </a:prstGeom>
          <a:ln w="4762" a:prstDash="">
            <a:solidFill>
              <a:srgbClr val="9AA4B2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32613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5136" y="1765285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+12M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22830" y="2014205"/>
            <a:ext cx="1282647" cy="187744"/>
          </a:xfrm>
          <a:prstGeom prst="roundRect">
            <a:avLst>
              <a:gd name="adj" fmla="val 15220"/>
            </a:avLst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017784" y="2014205"/>
            <a:ext cx="405046" cy="0"/>
          </a:xfrm>
          <a:prstGeom prst="line">
            <a:avLst/>
          </a:prstGeom>
          <a:ln w="4762" a:prstDash="">
            <a:solidFill>
              <a:srgbClr val="9AA4B2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20307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Churn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2830" y="2219729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-8M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0525" y="2201949"/>
            <a:ext cx="1282647" cy="117340"/>
          </a:xfrm>
          <a:prstGeom prst="roundRect">
            <a:avLst>
              <a:gd name="adj" fmla="val 24352"/>
            </a:avLst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705478" y="2201949"/>
            <a:ext cx="405047" cy="0"/>
          </a:xfrm>
          <a:prstGeom prst="line">
            <a:avLst/>
          </a:prstGeom>
          <a:ln w="4762" a:prstDash="">
            <a:solidFill>
              <a:srgbClr val="9AA4B2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08002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Contraction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525" y="2337069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-5M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98219" y="2319289"/>
            <a:ext cx="1282647" cy="2745757"/>
          </a:xfrm>
          <a:prstGeom prst="roundRect">
            <a:avLst>
              <a:gd name="adj" fmla="val 2227"/>
            </a:avLst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393173" y="2319289"/>
            <a:ext cx="405046" cy="0"/>
          </a:xfrm>
          <a:prstGeom prst="line">
            <a:avLst/>
          </a:prstGeom>
          <a:ln w="4762" a:prstDash="">
            <a:solidFill>
              <a:srgbClr val="9AA4B2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595696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Q1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8219" y="2070369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117M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