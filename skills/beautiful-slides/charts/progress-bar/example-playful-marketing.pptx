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0819" y="610819"/>
            <a:ext cx="10970057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Q2 Goal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0819" y="1456639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2853" y="1456639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$8.4M / $10.0M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0819" y="1781759"/>
            <a:ext cx="10970057" cy="287432"/>
          </a:xfrm>
          <a:prstGeom prst="roundRect">
            <a:avLst>
              <a:gd name="adj" fmla="val 19882"/>
            </a:avLst>
          </a:prstGeom>
          <a:solidFill>
            <a:srgbClr val="EA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0819" y="1781759"/>
            <a:ext cx="923794" cy="287432"/>
          </a:xfrm>
          <a:prstGeom prst="roundRect">
            <a:avLst>
              <a:gd name="adj" fmla="val 19882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7874" y="1709901"/>
            <a:ext cx="25400" cy="431148"/>
          </a:xfrm>
          <a:prstGeom prst="rect">
            <a:avLst/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" y="2206351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New Logos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2853" y="2206351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34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" y="2531471"/>
            <a:ext cx="10970057" cy="287432"/>
          </a:xfrm>
          <a:prstGeom prst="roundRect">
            <a:avLst>
              <a:gd name="adj" fmla="val 19882"/>
            </a:avLst>
          </a:prstGeom>
          <a:solidFill>
            <a:srgbClr val="EA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0819" y="2531471"/>
            <a:ext cx="3739167" cy="287432"/>
          </a:xfrm>
          <a:prstGeom prst="roundRect">
            <a:avLst>
              <a:gd name="adj" fmla="val 19882"/>
            </a:avLst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7139" y="2459613"/>
            <a:ext cx="25400" cy="431148"/>
          </a:xfrm>
          <a:prstGeom prst="rect">
            <a:avLst/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" y="2956063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NPS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2853" y="2956063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68 /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" y="3281183"/>
            <a:ext cx="10970057" cy="287432"/>
          </a:xfrm>
          <a:prstGeom prst="roundRect">
            <a:avLst>
              <a:gd name="adj" fmla="val 19882"/>
            </a:avLst>
          </a:prstGeom>
          <a:solidFill>
            <a:srgbClr val="EA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0819" y="3281183"/>
            <a:ext cx="7478334" cy="287432"/>
          </a:xfrm>
          <a:prstGeom prst="roundRect">
            <a:avLst>
              <a:gd name="adj" fmla="val 19882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6404" y="3209325"/>
            <a:ext cx="25400" cy="431148"/>
          </a:xfrm>
          <a:prstGeom prst="rect">
            <a:avLst/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" y="3705775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2853" y="3705775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94% / 95%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" y="4030895"/>
            <a:ext cx="10970057" cy="287432"/>
          </a:xfrm>
          <a:prstGeom prst="roundRect">
            <a:avLst>
              <a:gd name="adj" fmla="val 19882"/>
            </a:avLst>
          </a:prstGeom>
          <a:solidFill>
            <a:srgbClr val="EA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0819" y="4030895"/>
            <a:ext cx="10337697" cy="287432"/>
          </a:xfrm>
          <a:prstGeom prst="roundRect">
            <a:avLst>
              <a:gd name="adj" fmla="val 19882"/>
            </a:avLst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792" y="3959037"/>
            <a:ext cx="25400" cy="431148"/>
          </a:xfrm>
          <a:prstGeom prst="rect">
            <a:avLst/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" y="4455487"/>
            <a:ext cx="6582034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>
                <a:solidFill>
                  <a:srgbClr val="1B1B1F"/>
                </a:solidFill>
                <a:latin typeface="Plus Jakarta Sans"/>
              </a:rPr>
              <a:t>CSAT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2853" y="4455487"/>
            <a:ext cx="4388022" cy="325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4.2 / 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" y="4780607"/>
            <a:ext cx="10970057" cy="287432"/>
          </a:xfrm>
          <a:prstGeom prst="roundRect">
            <a:avLst>
              <a:gd name="adj" fmla="val 19882"/>
            </a:avLst>
          </a:prstGeom>
          <a:solidFill>
            <a:srgbClr val="EA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0819" y="4780607"/>
            <a:ext cx="461897" cy="287432"/>
          </a:xfrm>
          <a:prstGeom prst="roundRect">
            <a:avLst>
              <a:gd name="adj" fmla="val 19882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3008" y="4708749"/>
            <a:ext cx="25400" cy="431148"/>
          </a:xfrm>
          <a:prstGeom prst="rect">
            <a:avLst/>
          </a:prstGeom>
          <a:solidFill>
            <a:srgbClr val="1B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