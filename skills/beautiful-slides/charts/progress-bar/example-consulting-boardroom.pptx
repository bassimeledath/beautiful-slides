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0819" y="610819"/>
            <a:ext cx="10970057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Q2 Goal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19" y="1268679"/>
            <a:ext cx="6582034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2853" y="1268679"/>
            <a:ext cx="4388022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$8.4M / $10.0M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19" y="1512519"/>
            <a:ext cx="10970057" cy="29871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819" y="1512519"/>
            <a:ext cx="923794" cy="29871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7874" y="1437842"/>
            <a:ext cx="25400" cy="448064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" y="1917909"/>
            <a:ext cx="6582034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New 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2853" y="1917909"/>
            <a:ext cx="4388022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34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" y="2161749"/>
            <a:ext cx="10970057" cy="29871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" y="2161749"/>
            <a:ext cx="3739167" cy="29871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39" y="2087072"/>
            <a:ext cx="25400" cy="448064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" y="2567139"/>
            <a:ext cx="6582034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NPS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853" y="2567139"/>
            <a:ext cx="4388022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68 /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" y="2810979"/>
            <a:ext cx="10970057" cy="29871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" y="2810979"/>
            <a:ext cx="7478334" cy="29871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404" y="2736302"/>
            <a:ext cx="25400" cy="448064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" y="3216369"/>
            <a:ext cx="6582034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2853" y="3216369"/>
            <a:ext cx="4388022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94% / 95%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" y="3460209"/>
            <a:ext cx="10970057" cy="29871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" y="3460209"/>
            <a:ext cx="10337697" cy="29871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792" y="3385532"/>
            <a:ext cx="25400" cy="448064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" y="3865599"/>
            <a:ext cx="6582034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CSAT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2853" y="3865599"/>
            <a:ext cx="4388022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4.2 / 4.5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" y="4109439"/>
            <a:ext cx="10970057" cy="29871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0819" y="4109439"/>
            <a:ext cx="461897" cy="29871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3008" y="4034762"/>
            <a:ext cx="25400" cy="448064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