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0819" y="610819"/>
            <a:ext cx="109700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Q2 Goal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0819" y="1362659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2853" y="1362659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$8.4M / $10.0M</a:t>
            </a:r>
          </a:p>
        </p:txBody>
      </p:sp>
      <p:sp>
        <p:nvSpPr>
          <p:cNvPr id="5" name="Rectangle 4"/>
          <p:cNvSpPr/>
          <p:nvPr/>
        </p:nvSpPr>
        <p:spPr>
          <a:xfrm>
            <a:off x="610819" y="1647139"/>
            <a:ext cx="10970057" cy="293071"/>
          </a:xfrm>
          <a:prstGeom prst="rect">
            <a:avLst/>
          </a:prstGeom>
          <a:solidFill>
            <a:srgbClr val="E2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0819" y="1647139"/>
            <a:ext cx="923794" cy="293071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7874" y="1573872"/>
            <a:ext cx="25400" cy="439605"/>
          </a:xfrm>
          <a:prstGeom prst="rect">
            <a:avLst/>
          </a:prstGeom>
          <a:solidFill>
            <a:srgbClr val="18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" y="2062130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New 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2853" y="2062130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34 /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0819" y="2346610"/>
            <a:ext cx="10970057" cy="293071"/>
          </a:xfrm>
          <a:prstGeom prst="rect">
            <a:avLst/>
          </a:prstGeom>
          <a:solidFill>
            <a:srgbClr val="E2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" y="2346610"/>
            <a:ext cx="3739167" cy="293071"/>
          </a:xfrm>
          <a:prstGeom prst="rect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7139" y="2273343"/>
            <a:ext cx="25400" cy="439605"/>
          </a:xfrm>
          <a:prstGeom prst="rect">
            <a:avLst/>
          </a:prstGeom>
          <a:solidFill>
            <a:srgbClr val="18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" y="2761601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NPS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2853" y="2761601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68 / 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" y="3046081"/>
            <a:ext cx="10970057" cy="293071"/>
          </a:xfrm>
          <a:prstGeom prst="rect">
            <a:avLst/>
          </a:prstGeom>
          <a:solidFill>
            <a:srgbClr val="E2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" y="3046081"/>
            <a:ext cx="7478334" cy="293071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6404" y="2972814"/>
            <a:ext cx="25400" cy="439605"/>
          </a:xfrm>
          <a:prstGeom prst="rect">
            <a:avLst/>
          </a:prstGeom>
          <a:solidFill>
            <a:srgbClr val="18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" y="3461072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2853" y="3461072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94% / 95%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" y="3745552"/>
            <a:ext cx="10970057" cy="293071"/>
          </a:xfrm>
          <a:prstGeom prst="rect">
            <a:avLst/>
          </a:prstGeom>
          <a:solidFill>
            <a:srgbClr val="E2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" y="3745552"/>
            <a:ext cx="10337697" cy="293071"/>
          </a:xfrm>
          <a:prstGeom prst="rect">
            <a:avLst/>
          </a:prstGeom>
          <a:solidFill>
            <a:srgbClr val="9C5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792" y="3672285"/>
            <a:ext cx="25400" cy="439605"/>
          </a:xfrm>
          <a:prstGeom prst="rect">
            <a:avLst/>
          </a:prstGeom>
          <a:solidFill>
            <a:srgbClr val="18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" y="4160543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CSAT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2853" y="4160543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4.2 / 4.5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" y="4445023"/>
            <a:ext cx="10970057" cy="293071"/>
          </a:xfrm>
          <a:prstGeom prst="rect">
            <a:avLst/>
          </a:prstGeom>
          <a:solidFill>
            <a:srgbClr val="E2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0819" y="4445023"/>
            <a:ext cx="461897" cy="293071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3008" y="4371756"/>
            <a:ext cx="25400" cy="439605"/>
          </a:xfrm>
          <a:prstGeom prst="rect">
            <a:avLst/>
          </a:prstGeom>
          <a:solidFill>
            <a:srgbClr val="181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