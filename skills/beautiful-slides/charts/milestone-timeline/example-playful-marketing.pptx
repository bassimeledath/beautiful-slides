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Product launch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4304" y="3793490"/>
            <a:ext cx="9763087" cy="25400"/>
          </a:xfrm>
          <a:prstGeom prst="rect">
            <a:avLst/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574" y="3680460"/>
            <a:ext cx="251460" cy="2514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4779" y="3079700"/>
            <a:ext cx="19050" cy="6007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24100"/>
            <a:ext cx="1952617" cy="355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Jan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4000"/>
            <a:ext cx="1952617" cy="800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800" b="1">
                <a:solidFill>
                  <a:srgbClr val="1B1B1F"/>
                </a:solidFill>
                <a:latin typeface="Plus Jakarta Sans"/>
              </a:rPr>
              <a:t>Kickoff</a:t>
            </a:r>
          </a:p>
        </p:txBody>
      </p:sp>
      <p:sp>
        <p:nvSpPr>
          <p:cNvPr id="9" name="Oval 8"/>
          <p:cNvSpPr/>
          <p:nvPr/>
        </p:nvSpPr>
        <p:spPr>
          <a:xfrm>
            <a:off x="3529345" y="3680460"/>
            <a:ext cx="251460" cy="251460"/>
          </a:xfrm>
          <a:prstGeom prst="ellipse">
            <a:avLst/>
          </a:prstGeom>
          <a:solidFill>
            <a:srgbClr val="C28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45550" y="3931920"/>
            <a:ext cx="19050" cy="600760"/>
          </a:xfrm>
          <a:prstGeom prst="rect">
            <a:avLst/>
          </a:prstGeom>
          <a:solidFill>
            <a:srgbClr val="C28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67" y="4532680"/>
            <a:ext cx="1952617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Mar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8767" y="4888280"/>
            <a:ext cx="1952617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B1B1F"/>
                </a:solidFill>
                <a:latin typeface="Plus Jakarta Sans"/>
              </a:rPr>
              <a:t>Alpha release</a:t>
            </a:r>
          </a:p>
        </p:txBody>
      </p:sp>
      <p:sp>
        <p:nvSpPr>
          <p:cNvPr id="13" name="Oval 12"/>
          <p:cNvSpPr/>
          <p:nvPr/>
        </p:nvSpPr>
        <p:spPr>
          <a:xfrm>
            <a:off x="5970117" y="3680460"/>
            <a:ext cx="251460" cy="251460"/>
          </a:xfrm>
          <a:prstGeom prst="ellipse">
            <a:avLst/>
          </a:prstGeom>
          <a:solidFill>
            <a:srgbClr val="84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322" y="3079700"/>
            <a:ext cx="19050" cy="600760"/>
          </a:xfrm>
          <a:prstGeom prst="rect">
            <a:avLst/>
          </a:prstGeom>
          <a:solidFill>
            <a:srgbClr val="84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9539" y="2724100"/>
            <a:ext cx="1952617" cy="355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Jun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9539" y="1924000"/>
            <a:ext cx="1952617" cy="800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800" b="1">
                <a:solidFill>
                  <a:srgbClr val="1B1B1F"/>
                </a:solidFill>
                <a:latin typeface="Plus Jakarta Sans"/>
              </a:rPr>
              <a:t>Beta launch</a:t>
            </a:r>
          </a:p>
        </p:txBody>
      </p:sp>
      <p:sp>
        <p:nvSpPr>
          <p:cNvPr id="17" name="Oval 16"/>
          <p:cNvSpPr/>
          <p:nvPr/>
        </p:nvSpPr>
        <p:spPr>
          <a:xfrm>
            <a:off x="8410889" y="3680460"/>
            <a:ext cx="251460" cy="251460"/>
          </a:xfrm>
          <a:prstGeom prst="ellipse">
            <a:avLst/>
          </a:prstGeom>
          <a:solidFill>
            <a:srgbClr val="47A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27094" y="3931920"/>
            <a:ext cx="19050" cy="600760"/>
          </a:xfrm>
          <a:prstGeom prst="rect">
            <a:avLst/>
          </a:prstGeom>
          <a:solidFill>
            <a:srgbClr val="47A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311" y="4532680"/>
            <a:ext cx="1952617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Sep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0311" y="4888280"/>
            <a:ext cx="1952617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B1B1F"/>
                </a:solidFill>
                <a:latin typeface="Plus Jakarta Sans"/>
              </a:rPr>
              <a:t>GA release</a:t>
            </a:r>
          </a:p>
        </p:txBody>
      </p:sp>
      <p:sp>
        <p:nvSpPr>
          <p:cNvPr id="21" name="Oval 20"/>
          <p:cNvSpPr/>
          <p:nvPr/>
        </p:nvSpPr>
        <p:spPr>
          <a:xfrm>
            <a:off x="10851661" y="3680460"/>
            <a:ext cx="251460" cy="251460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67866" y="3079700"/>
            <a:ext cx="19050" cy="600760"/>
          </a:xfrm>
          <a:prstGeom prst="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0438" y="2724100"/>
            <a:ext cx="1952617" cy="355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Dec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0438" y="1924000"/>
            <a:ext cx="1952617" cy="800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800" b="1">
                <a:solidFill>
                  <a:srgbClr val="1B1B1F"/>
                </a:solidFill>
                <a:latin typeface="Plus Jakarta Sans"/>
              </a:rPr>
              <a:t>V2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