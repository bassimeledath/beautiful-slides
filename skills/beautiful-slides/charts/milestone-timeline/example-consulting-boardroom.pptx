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Product 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304" y="3709670"/>
            <a:ext cx="9763087" cy="2540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6514" y="3624580"/>
            <a:ext cx="195580" cy="1955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779" y="3003703"/>
            <a:ext cx="19050" cy="62087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9703"/>
            <a:ext cx="1952617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7403"/>
            <a:ext cx="1952617" cy="622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Public Sans"/>
              </a:rPr>
              <a:t>Kickoff</a:t>
            </a:r>
          </a:p>
        </p:txBody>
      </p:sp>
      <p:sp>
        <p:nvSpPr>
          <p:cNvPr id="9" name="Oval 8"/>
          <p:cNvSpPr/>
          <p:nvPr/>
        </p:nvSpPr>
        <p:spPr>
          <a:xfrm>
            <a:off x="3557285" y="3624580"/>
            <a:ext cx="195580" cy="195580"/>
          </a:xfrm>
          <a:prstGeom prst="ellipse">
            <a:avLst/>
          </a:prstGeom>
          <a:solidFill>
            <a:srgbClr val="0C5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5550" y="3820160"/>
            <a:ext cx="19050" cy="620877"/>
          </a:xfrm>
          <a:prstGeom prst="rect">
            <a:avLst/>
          </a:prstGeom>
          <a:solidFill>
            <a:srgbClr val="0C5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67" y="4441037"/>
            <a:ext cx="195261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8767" y="4695037"/>
            <a:ext cx="1952617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Public Sans"/>
              </a:rPr>
              <a:t>Alpha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5998057" y="3624580"/>
            <a:ext cx="195580" cy="195580"/>
          </a:xfrm>
          <a:prstGeom prst="ellipse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322" y="3003703"/>
            <a:ext cx="19050" cy="620877"/>
          </a:xfrm>
          <a:prstGeom prst="rect">
            <a:avLst/>
          </a:prstGeom>
          <a:solidFill>
            <a:srgbClr val="0A5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9539" y="2749703"/>
            <a:ext cx="1952617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Jun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539" y="2127403"/>
            <a:ext cx="1952617" cy="622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Public Sans"/>
              </a:rP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8438829" y="3624580"/>
            <a:ext cx="195580" cy="195580"/>
          </a:xfrm>
          <a:prstGeom prst="ellipse">
            <a:avLst/>
          </a:prstGeom>
          <a:solidFill>
            <a:srgbClr val="08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7094" y="3820160"/>
            <a:ext cx="19050" cy="620877"/>
          </a:xfrm>
          <a:prstGeom prst="rect">
            <a:avLst/>
          </a:prstGeom>
          <a:solidFill>
            <a:srgbClr val="08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311" y="4441037"/>
            <a:ext cx="195261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Sep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311" y="4695037"/>
            <a:ext cx="1952617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Public Sans"/>
              </a:rPr>
              <a:t>GA release</a:t>
            </a:r>
          </a:p>
        </p:txBody>
      </p:sp>
      <p:sp>
        <p:nvSpPr>
          <p:cNvPr id="21" name="Oval 20"/>
          <p:cNvSpPr/>
          <p:nvPr/>
        </p:nvSpPr>
        <p:spPr>
          <a:xfrm>
            <a:off x="10879601" y="3624580"/>
            <a:ext cx="195580" cy="19558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67866" y="3003703"/>
            <a:ext cx="19050" cy="62087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0438" y="2749703"/>
            <a:ext cx="1952617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Dec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438" y="2127403"/>
            <a:ext cx="1952617" cy="622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101828"/>
                </a:solidFill>
                <a:latin typeface="Public Sans"/>
              </a:rPr>
              <a:t>V2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