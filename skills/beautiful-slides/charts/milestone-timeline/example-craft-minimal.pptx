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Product launch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4304" y="3751580"/>
            <a:ext cx="9763087" cy="25400"/>
          </a:xfrm>
          <a:prstGeom prst="rect">
            <a:avLst/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2544" y="3652520"/>
            <a:ext cx="223520" cy="22352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4779" y="3041701"/>
            <a:ext cx="19050" cy="610819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36901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Jan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5701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22201C"/>
                </a:solidFill>
                <a:latin typeface="Instrument Sans"/>
              </a:rPr>
              <a:t>Kickoff</a:t>
            </a:r>
          </a:p>
        </p:txBody>
      </p:sp>
      <p:sp>
        <p:nvSpPr>
          <p:cNvPr id="9" name="Oval 8"/>
          <p:cNvSpPr/>
          <p:nvPr/>
        </p:nvSpPr>
        <p:spPr>
          <a:xfrm>
            <a:off x="3543315" y="3652520"/>
            <a:ext cx="223520" cy="223520"/>
          </a:xfrm>
          <a:prstGeom prst="ellipse">
            <a:avLst/>
          </a:prstGeom>
          <a:solidFill>
            <a:srgbClr val="84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45550" y="3876040"/>
            <a:ext cx="19050" cy="610819"/>
          </a:xfrm>
          <a:prstGeom prst="rect">
            <a:avLst/>
          </a:prstGeom>
          <a:solidFill>
            <a:srgbClr val="84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67" y="4486859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Mar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8767" y="4791659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2201C"/>
                </a:solidFill>
                <a:latin typeface="Instrument Sans"/>
              </a:rPr>
              <a:t>Alpha release</a:t>
            </a:r>
          </a:p>
        </p:txBody>
      </p:sp>
      <p:sp>
        <p:nvSpPr>
          <p:cNvPr id="13" name="Oval 12"/>
          <p:cNvSpPr/>
          <p:nvPr/>
        </p:nvSpPr>
        <p:spPr>
          <a:xfrm>
            <a:off x="5984087" y="3652520"/>
            <a:ext cx="223520" cy="223520"/>
          </a:xfrm>
          <a:prstGeom prst="ellipse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322" y="3041701"/>
            <a:ext cx="19050" cy="610819"/>
          </a:xfrm>
          <a:prstGeom prst="rect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9539" y="2736901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Jun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9539" y="2025701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22201C"/>
                </a:solidFill>
                <a:latin typeface="Instrument Sans"/>
              </a:rPr>
              <a:t>Beta launch</a:t>
            </a:r>
          </a:p>
        </p:txBody>
      </p:sp>
      <p:sp>
        <p:nvSpPr>
          <p:cNvPr id="17" name="Oval 16"/>
          <p:cNvSpPr/>
          <p:nvPr/>
        </p:nvSpPr>
        <p:spPr>
          <a:xfrm>
            <a:off x="8424859" y="3652520"/>
            <a:ext cx="223520" cy="223520"/>
          </a:xfrm>
          <a:prstGeom prst="ellipse">
            <a:avLst/>
          </a:prstGeom>
          <a:solidFill>
            <a:srgbClr val="927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27094" y="3876040"/>
            <a:ext cx="19050" cy="610819"/>
          </a:xfrm>
          <a:prstGeom prst="rect">
            <a:avLst/>
          </a:prstGeom>
          <a:solidFill>
            <a:srgbClr val="927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311" y="4486859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Sep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311" y="4791659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2201C"/>
                </a:solidFill>
                <a:latin typeface="Instrument Sans"/>
              </a:rPr>
              <a:t>GA release</a:t>
            </a:r>
          </a:p>
        </p:txBody>
      </p:sp>
      <p:sp>
        <p:nvSpPr>
          <p:cNvPr id="21" name="Oval 20"/>
          <p:cNvSpPr/>
          <p:nvPr/>
        </p:nvSpPr>
        <p:spPr>
          <a:xfrm>
            <a:off x="10865631" y="3652520"/>
            <a:ext cx="223520" cy="223520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67866" y="3041701"/>
            <a:ext cx="19050" cy="610819"/>
          </a:xfrm>
          <a:prstGeom prst="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0438" y="2736901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Dec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438" y="2025701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22201C"/>
                </a:solidFill>
                <a:latin typeface="Instrument Sans"/>
              </a:rPr>
              <a:t>V2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