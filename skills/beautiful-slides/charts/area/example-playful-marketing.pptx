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Monthly active users 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61733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Users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26203" y="5566081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26203" y="4966919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26203" y="4367758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26203" y="3768597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6203" y="3169436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26203" y="2570275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6203" y="1971114"/>
            <a:ext cx="9541501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24" y="5441621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24" y="4842460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24" y="4243299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24" y="3644138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24" y="3044976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4" y="2445815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4" y="1846654"/>
            <a:ext cx="1088716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6203" y="1971114"/>
            <a:ext cx="0" cy="3594967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6203" y="5566081"/>
            <a:ext cx="9541501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0103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7512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4921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330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739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7148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558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1967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376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785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4194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35" y="5598244"/>
            <a:ext cx="1272200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6203" y="5893446"/>
            <a:ext cx="954150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Month</a:t>
            </a:r>
          </a:p>
        </p:txBody>
      </p:sp>
      <p:sp>
        <p:nvSpPr>
          <p:cNvPr id="34" name="Freeform 33"/>
          <p:cNvSpPr/>
          <p:nvPr/>
        </p:nvSpPr>
        <p:spPr>
          <a:xfrm>
            <a:off x="1726203" y="2684115"/>
            <a:ext cx="9541501" cy="1084482"/>
          </a:xfrm>
          <a:custGeom>
            <a:avLst/>
            <a:gdLst/>
            <a:ahLst/>
            <a:cxnLst/>
            <a:rect l="l" t="t" r="r" b="b"/>
            <a:pathLst>
              <a:path w="9541501" h="1084482">
                <a:moveTo>
                  <a:pt x="0" y="904734"/>
                </a:moveTo>
                <a:lnTo>
                  <a:pt x="867409" y="814859"/>
                </a:lnTo>
                <a:lnTo>
                  <a:pt x="1734818" y="736969"/>
                </a:lnTo>
                <a:lnTo>
                  <a:pt x="2602227" y="653086"/>
                </a:lnTo>
                <a:lnTo>
                  <a:pt x="3469636" y="575195"/>
                </a:lnTo>
                <a:lnTo>
                  <a:pt x="4337045" y="485321"/>
                </a:lnTo>
                <a:lnTo>
                  <a:pt x="5204455" y="395447"/>
                </a:lnTo>
                <a:lnTo>
                  <a:pt x="6071864" y="311564"/>
                </a:lnTo>
                <a:lnTo>
                  <a:pt x="6939273" y="245656"/>
                </a:lnTo>
                <a:lnTo>
                  <a:pt x="7806682" y="155782"/>
                </a:lnTo>
                <a:lnTo>
                  <a:pt x="8674091" y="77891"/>
                </a:lnTo>
                <a:lnTo>
                  <a:pt x="9541501" y="0"/>
                </a:lnTo>
                <a:lnTo>
                  <a:pt x="9541501" y="347514"/>
                </a:lnTo>
                <a:lnTo>
                  <a:pt x="8674091" y="407430"/>
                </a:lnTo>
                <a:lnTo>
                  <a:pt x="7806682" y="467346"/>
                </a:lnTo>
                <a:lnTo>
                  <a:pt x="6939273" y="545237"/>
                </a:lnTo>
                <a:lnTo>
                  <a:pt x="6071864" y="599161"/>
                </a:lnTo>
                <a:lnTo>
                  <a:pt x="5204455" y="665069"/>
                </a:lnTo>
                <a:lnTo>
                  <a:pt x="4337045" y="736969"/>
                </a:lnTo>
                <a:lnTo>
                  <a:pt x="3469636" y="814859"/>
                </a:lnTo>
                <a:lnTo>
                  <a:pt x="2602227" y="880767"/>
                </a:lnTo>
                <a:lnTo>
                  <a:pt x="1734818" y="946675"/>
                </a:lnTo>
                <a:lnTo>
                  <a:pt x="867409" y="1006591"/>
                </a:lnTo>
                <a:lnTo>
                  <a:pt x="0" y="1084482"/>
                </a:lnTo>
                <a:close/>
              </a:path>
            </a:pathLst>
          </a:custGeom>
          <a:solidFill>
            <a:srgbClr val="B67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726203" y="3498974"/>
            <a:ext cx="867409" cy="89875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93612" y="3421084"/>
            <a:ext cx="867409" cy="77890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61021" y="3337201"/>
            <a:ext cx="867409" cy="83883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28430" y="3259310"/>
            <a:ext cx="867409" cy="77891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95839" y="3169436"/>
            <a:ext cx="867409" cy="89874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63248" y="3079562"/>
            <a:ext cx="867410" cy="89874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30658" y="2995679"/>
            <a:ext cx="867409" cy="83883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98067" y="2929771"/>
            <a:ext cx="867409" cy="65908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76" y="2839897"/>
            <a:ext cx="867409" cy="89874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32885" y="2762006"/>
            <a:ext cx="867409" cy="77891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00294" y="2684115"/>
            <a:ext cx="867410" cy="77891"/>
          </a:xfrm>
          <a:prstGeom prst="line">
            <a:avLst/>
          </a:prstGeom>
          <a:ln w="22225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726203" y="3031629"/>
            <a:ext cx="9541501" cy="1216297"/>
          </a:xfrm>
          <a:custGeom>
            <a:avLst/>
            <a:gdLst/>
            <a:ahLst/>
            <a:cxnLst/>
            <a:rect l="l" t="t" r="r" b="b"/>
            <a:pathLst>
              <a:path w="9541501" h="1216297">
                <a:moveTo>
                  <a:pt x="0" y="736968"/>
                </a:moveTo>
                <a:lnTo>
                  <a:pt x="867409" y="659077"/>
                </a:lnTo>
                <a:lnTo>
                  <a:pt x="1734818" y="599161"/>
                </a:lnTo>
                <a:lnTo>
                  <a:pt x="2602227" y="533253"/>
                </a:lnTo>
                <a:lnTo>
                  <a:pt x="3469636" y="467345"/>
                </a:lnTo>
                <a:lnTo>
                  <a:pt x="4337045" y="389455"/>
                </a:lnTo>
                <a:lnTo>
                  <a:pt x="5204455" y="317555"/>
                </a:lnTo>
                <a:lnTo>
                  <a:pt x="6071864" y="251647"/>
                </a:lnTo>
                <a:lnTo>
                  <a:pt x="6939273" y="197723"/>
                </a:lnTo>
                <a:lnTo>
                  <a:pt x="7806682" y="119832"/>
                </a:lnTo>
                <a:lnTo>
                  <a:pt x="8674091" y="59916"/>
                </a:lnTo>
                <a:lnTo>
                  <a:pt x="9541501" y="0"/>
                </a:lnTo>
                <a:lnTo>
                  <a:pt x="9541501" y="317555"/>
                </a:lnTo>
                <a:lnTo>
                  <a:pt x="8674091" y="389455"/>
                </a:lnTo>
                <a:lnTo>
                  <a:pt x="7806682" y="467345"/>
                </a:lnTo>
                <a:lnTo>
                  <a:pt x="6939273" y="557220"/>
                </a:lnTo>
                <a:lnTo>
                  <a:pt x="6071864" y="629119"/>
                </a:lnTo>
                <a:lnTo>
                  <a:pt x="5204455" y="707010"/>
                </a:lnTo>
                <a:lnTo>
                  <a:pt x="4337045" y="796884"/>
                </a:lnTo>
                <a:lnTo>
                  <a:pt x="3469636" y="886758"/>
                </a:lnTo>
                <a:lnTo>
                  <a:pt x="2602227" y="964649"/>
                </a:lnTo>
                <a:lnTo>
                  <a:pt x="1734818" y="1048532"/>
                </a:lnTo>
                <a:lnTo>
                  <a:pt x="867409" y="1126423"/>
                </a:lnTo>
                <a:lnTo>
                  <a:pt x="0" y="1216297"/>
                </a:lnTo>
                <a:close/>
              </a:path>
            </a:pathLst>
          </a:cu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726203" y="3690706"/>
            <a:ext cx="867409" cy="77891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93612" y="3630790"/>
            <a:ext cx="867409" cy="59916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61021" y="3564882"/>
            <a:ext cx="867409" cy="65908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430" y="3498974"/>
            <a:ext cx="867409" cy="65908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95839" y="3421084"/>
            <a:ext cx="867409" cy="77890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63248" y="3349184"/>
            <a:ext cx="867410" cy="71900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0658" y="3283276"/>
            <a:ext cx="867409" cy="65908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8067" y="3229352"/>
            <a:ext cx="867409" cy="53924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665476" y="3151461"/>
            <a:ext cx="867409" cy="77891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32885" y="3091545"/>
            <a:ext cx="867409" cy="59916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400294" y="3031629"/>
            <a:ext cx="867410" cy="59916"/>
          </a:xfrm>
          <a:prstGeom prst="line">
            <a:avLst/>
          </a:prstGeom>
          <a:ln w="22225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726203" y="3349184"/>
            <a:ext cx="9541501" cy="1617735"/>
          </a:xfrm>
          <a:custGeom>
            <a:avLst/>
            <a:gdLst/>
            <a:ahLst/>
            <a:cxnLst/>
            <a:rect l="l" t="t" r="r" b="b"/>
            <a:pathLst>
              <a:path w="9541501" h="1617735">
                <a:moveTo>
                  <a:pt x="0" y="898742"/>
                </a:moveTo>
                <a:lnTo>
                  <a:pt x="867409" y="808868"/>
                </a:lnTo>
                <a:lnTo>
                  <a:pt x="1734818" y="730977"/>
                </a:lnTo>
                <a:lnTo>
                  <a:pt x="2602227" y="647094"/>
                </a:lnTo>
                <a:lnTo>
                  <a:pt x="3469636" y="569203"/>
                </a:lnTo>
                <a:lnTo>
                  <a:pt x="4337045" y="479329"/>
                </a:lnTo>
                <a:lnTo>
                  <a:pt x="5204455" y="389455"/>
                </a:lnTo>
                <a:lnTo>
                  <a:pt x="6071864" y="311564"/>
                </a:lnTo>
                <a:lnTo>
                  <a:pt x="6939273" y="239665"/>
                </a:lnTo>
                <a:lnTo>
                  <a:pt x="7806682" y="149790"/>
                </a:lnTo>
                <a:lnTo>
                  <a:pt x="8674091" y="71900"/>
                </a:lnTo>
                <a:lnTo>
                  <a:pt x="9541501" y="0"/>
                </a:lnTo>
                <a:lnTo>
                  <a:pt x="9541501" y="1617735"/>
                </a:lnTo>
                <a:lnTo>
                  <a:pt x="8674091" y="1617735"/>
                </a:lnTo>
                <a:lnTo>
                  <a:pt x="7806682" y="1617735"/>
                </a:lnTo>
                <a:lnTo>
                  <a:pt x="6939273" y="1617735"/>
                </a:lnTo>
                <a:lnTo>
                  <a:pt x="6071864" y="1617735"/>
                </a:lnTo>
                <a:lnTo>
                  <a:pt x="5204455" y="1617735"/>
                </a:lnTo>
                <a:lnTo>
                  <a:pt x="4337045" y="1617735"/>
                </a:lnTo>
                <a:lnTo>
                  <a:pt x="3469636" y="1617735"/>
                </a:lnTo>
                <a:lnTo>
                  <a:pt x="2602227" y="1617735"/>
                </a:lnTo>
                <a:lnTo>
                  <a:pt x="1734818" y="1617735"/>
                </a:lnTo>
                <a:lnTo>
                  <a:pt x="867409" y="1617735"/>
                </a:lnTo>
                <a:lnTo>
                  <a:pt x="0" y="1617735"/>
                </a:lnTo>
                <a:close/>
              </a:path>
            </a:pathLst>
          </a:cu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726203" y="4158052"/>
            <a:ext cx="867409" cy="89874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3612" y="4080161"/>
            <a:ext cx="867409" cy="77891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61021" y="3996278"/>
            <a:ext cx="867409" cy="83883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28430" y="3918387"/>
            <a:ext cx="867409" cy="77891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95839" y="3828513"/>
            <a:ext cx="867409" cy="89874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63248" y="3738639"/>
            <a:ext cx="867410" cy="89874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30658" y="3660748"/>
            <a:ext cx="867409" cy="77891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98067" y="3588849"/>
            <a:ext cx="867409" cy="71899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65476" y="3498974"/>
            <a:ext cx="867409" cy="8987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32885" y="3421084"/>
            <a:ext cx="867409" cy="77890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400294" y="3349184"/>
            <a:ext cx="867410" cy="71900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680964" y="1615514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Tablet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449824" y="1739973"/>
            <a:ext cx="160020" cy="0"/>
          </a:xfrm>
          <a:prstGeom prst="line">
            <a:avLst/>
          </a:prstGeom>
          <a:ln w="25400">
            <a:solidFill>
              <a:srgbClr val="B672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623054" y="1615514"/>
            <a:ext cx="68453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Desktop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391914" y="1739973"/>
            <a:ext cx="160020" cy="0"/>
          </a:xfrm>
          <a:prstGeom prst="line">
            <a:avLst/>
          </a:prstGeom>
          <a:ln w="25400">
            <a:solidFill>
              <a:srgbClr val="0AB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662934" y="1615514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Plus Jakarta Sans"/>
              </a:rPr>
              <a:t>Mobile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31794" y="1739973"/>
            <a:ext cx="16002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