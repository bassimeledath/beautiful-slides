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Monthly active users by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124573"/>
            <a:ext cx="11031323" cy="241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Users (thousands)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26203" y="5695621"/>
            <a:ext cx="9541501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26203" y="5027795"/>
            <a:ext cx="9541501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26203" y="4359969"/>
            <a:ext cx="9541501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26203" y="3692143"/>
            <a:ext cx="9541501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26203" y="3024317"/>
            <a:ext cx="9541501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26203" y="2356491"/>
            <a:ext cx="9541501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26203" y="1688666"/>
            <a:ext cx="9541501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5324" y="5597831"/>
            <a:ext cx="1088716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24" y="4930005"/>
            <a:ext cx="1088716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24" y="4262179"/>
            <a:ext cx="1088716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24" y="3594353"/>
            <a:ext cx="1088716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24" y="2926527"/>
            <a:ext cx="1088716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24" y="2258701"/>
            <a:ext cx="1088716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24" y="1590876"/>
            <a:ext cx="1088716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500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26203" y="1688666"/>
            <a:ext cx="0" cy="4006955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26203" y="5695621"/>
            <a:ext cx="9541501" cy="0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0103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Jan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7512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Feb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4921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2330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Apr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739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7148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4558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1967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Aug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9376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Sep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6785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Oct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4194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Nov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3735" y="5727784"/>
            <a:ext cx="1272200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Dec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6203" y="5962026"/>
            <a:ext cx="9541501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Month</a:t>
            </a:r>
          </a:p>
        </p:txBody>
      </p:sp>
      <p:sp>
        <p:nvSpPr>
          <p:cNvPr id="34" name="Freeform 33"/>
          <p:cNvSpPr/>
          <p:nvPr/>
        </p:nvSpPr>
        <p:spPr>
          <a:xfrm>
            <a:off x="1726203" y="2483378"/>
            <a:ext cx="9541501" cy="1208765"/>
          </a:xfrm>
          <a:custGeom>
            <a:avLst/>
            <a:gdLst/>
            <a:ahLst/>
            <a:cxnLst/>
            <a:rect l="l" t="t" r="r" b="b"/>
            <a:pathLst>
              <a:path w="9541501" h="1208765">
                <a:moveTo>
                  <a:pt x="0" y="1008417"/>
                </a:moveTo>
                <a:lnTo>
                  <a:pt x="867409" y="908243"/>
                </a:lnTo>
                <a:lnTo>
                  <a:pt x="1734818" y="821426"/>
                </a:lnTo>
                <a:lnTo>
                  <a:pt x="2602227" y="727930"/>
                </a:lnTo>
                <a:lnTo>
                  <a:pt x="3469636" y="641113"/>
                </a:lnTo>
                <a:lnTo>
                  <a:pt x="4337045" y="540939"/>
                </a:lnTo>
                <a:lnTo>
                  <a:pt x="5204455" y="440765"/>
                </a:lnTo>
                <a:lnTo>
                  <a:pt x="6071864" y="347270"/>
                </a:lnTo>
                <a:lnTo>
                  <a:pt x="6939273" y="273809"/>
                </a:lnTo>
                <a:lnTo>
                  <a:pt x="7806682" y="173635"/>
                </a:lnTo>
                <a:lnTo>
                  <a:pt x="8674091" y="86818"/>
                </a:lnTo>
                <a:lnTo>
                  <a:pt x="9541501" y="0"/>
                </a:lnTo>
                <a:lnTo>
                  <a:pt x="9541501" y="387339"/>
                </a:lnTo>
                <a:lnTo>
                  <a:pt x="8674091" y="454122"/>
                </a:lnTo>
                <a:lnTo>
                  <a:pt x="7806682" y="520904"/>
                </a:lnTo>
                <a:lnTo>
                  <a:pt x="6939273" y="607722"/>
                </a:lnTo>
                <a:lnTo>
                  <a:pt x="6071864" y="667826"/>
                </a:lnTo>
                <a:lnTo>
                  <a:pt x="5204455" y="741287"/>
                </a:lnTo>
                <a:lnTo>
                  <a:pt x="4337045" y="821426"/>
                </a:lnTo>
                <a:lnTo>
                  <a:pt x="3469636" y="908243"/>
                </a:lnTo>
                <a:lnTo>
                  <a:pt x="2602227" y="981704"/>
                </a:lnTo>
                <a:lnTo>
                  <a:pt x="1734818" y="1055165"/>
                </a:lnTo>
                <a:lnTo>
                  <a:pt x="867409" y="1121948"/>
                </a:lnTo>
                <a:lnTo>
                  <a:pt x="0" y="1208765"/>
                </a:lnTo>
                <a:close/>
              </a:path>
            </a:pathLst>
          </a:custGeom>
          <a:solidFill>
            <a:srgbClr val="2B5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726203" y="3391621"/>
            <a:ext cx="867409" cy="100174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93612" y="3304804"/>
            <a:ext cx="867409" cy="86817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461021" y="3211308"/>
            <a:ext cx="867409" cy="93496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28430" y="3124491"/>
            <a:ext cx="867409" cy="86817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195839" y="3024317"/>
            <a:ext cx="867409" cy="100174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63248" y="2924143"/>
            <a:ext cx="867410" cy="100174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930658" y="2830648"/>
            <a:ext cx="867409" cy="93495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798067" y="2757187"/>
            <a:ext cx="867409" cy="73461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65476" y="2657013"/>
            <a:ext cx="867409" cy="100174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532885" y="2570196"/>
            <a:ext cx="867409" cy="86817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400294" y="2483378"/>
            <a:ext cx="867410" cy="86818"/>
          </a:xfrm>
          <a:prstGeom prst="line">
            <a:avLst/>
          </a:prstGeom>
          <a:ln w="22225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726203" y="2870717"/>
            <a:ext cx="9541501" cy="1355687"/>
          </a:xfrm>
          <a:custGeom>
            <a:avLst/>
            <a:gdLst/>
            <a:ahLst/>
            <a:cxnLst/>
            <a:rect l="l" t="t" r="r" b="b"/>
            <a:pathLst>
              <a:path w="9541501" h="1355687">
                <a:moveTo>
                  <a:pt x="0" y="821426"/>
                </a:moveTo>
                <a:lnTo>
                  <a:pt x="867409" y="734609"/>
                </a:lnTo>
                <a:lnTo>
                  <a:pt x="1734818" y="667826"/>
                </a:lnTo>
                <a:lnTo>
                  <a:pt x="2602227" y="594365"/>
                </a:lnTo>
                <a:lnTo>
                  <a:pt x="3469636" y="520904"/>
                </a:lnTo>
                <a:lnTo>
                  <a:pt x="4337045" y="434087"/>
                </a:lnTo>
                <a:lnTo>
                  <a:pt x="5204455" y="353948"/>
                </a:lnTo>
                <a:lnTo>
                  <a:pt x="6071864" y="280487"/>
                </a:lnTo>
                <a:lnTo>
                  <a:pt x="6939273" y="220383"/>
                </a:lnTo>
                <a:lnTo>
                  <a:pt x="7806682" y="133565"/>
                </a:lnTo>
                <a:lnTo>
                  <a:pt x="8674091" y="66783"/>
                </a:lnTo>
                <a:lnTo>
                  <a:pt x="9541501" y="0"/>
                </a:lnTo>
                <a:lnTo>
                  <a:pt x="9541501" y="353948"/>
                </a:lnTo>
                <a:lnTo>
                  <a:pt x="8674091" y="434087"/>
                </a:lnTo>
                <a:lnTo>
                  <a:pt x="7806682" y="520904"/>
                </a:lnTo>
                <a:lnTo>
                  <a:pt x="6939273" y="621078"/>
                </a:lnTo>
                <a:lnTo>
                  <a:pt x="6071864" y="701217"/>
                </a:lnTo>
                <a:lnTo>
                  <a:pt x="5204455" y="788035"/>
                </a:lnTo>
                <a:lnTo>
                  <a:pt x="4337045" y="888209"/>
                </a:lnTo>
                <a:lnTo>
                  <a:pt x="3469636" y="988382"/>
                </a:lnTo>
                <a:lnTo>
                  <a:pt x="2602227" y="1075200"/>
                </a:lnTo>
                <a:lnTo>
                  <a:pt x="1734818" y="1168695"/>
                </a:lnTo>
                <a:lnTo>
                  <a:pt x="867409" y="1255513"/>
                </a:lnTo>
                <a:lnTo>
                  <a:pt x="0" y="1355687"/>
                </a:lnTo>
                <a:close/>
              </a:path>
            </a:pathLst>
          </a:cu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726203" y="3605326"/>
            <a:ext cx="867409" cy="86817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593612" y="3538543"/>
            <a:ext cx="867409" cy="66783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461021" y="3465082"/>
            <a:ext cx="867409" cy="73461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28430" y="3391621"/>
            <a:ext cx="867409" cy="73461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95839" y="3304804"/>
            <a:ext cx="867409" cy="86817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063248" y="3224665"/>
            <a:ext cx="867410" cy="80139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930658" y="3151204"/>
            <a:ext cx="867409" cy="73461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798067" y="3091100"/>
            <a:ext cx="867409" cy="60104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665476" y="3004282"/>
            <a:ext cx="867409" cy="86818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532885" y="2937500"/>
            <a:ext cx="867409" cy="66782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400294" y="2870717"/>
            <a:ext cx="867410" cy="66783"/>
          </a:xfrm>
          <a:prstGeom prst="line">
            <a:avLst/>
          </a:prstGeom>
          <a:ln w="22225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726203" y="3224665"/>
            <a:ext cx="9541501" cy="1803130"/>
          </a:xfrm>
          <a:custGeom>
            <a:avLst/>
            <a:gdLst/>
            <a:ahLst/>
            <a:cxnLst/>
            <a:rect l="l" t="t" r="r" b="b"/>
            <a:pathLst>
              <a:path w="9541501" h="1803130">
                <a:moveTo>
                  <a:pt x="0" y="1001739"/>
                </a:moveTo>
                <a:lnTo>
                  <a:pt x="867409" y="901565"/>
                </a:lnTo>
                <a:lnTo>
                  <a:pt x="1734818" y="814747"/>
                </a:lnTo>
                <a:lnTo>
                  <a:pt x="2602227" y="721252"/>
                </a:lnTo>
                <a:lnTo>
                  <a:pt x="3469636" y="634434"/>
                </a:lnTo>
                <a:lnTo>
                  <a:pt x="4337045" y="534261"/>
                </a:lnTo>
                <a:lnTo>
                  <a:pt x="5204455" y="434087"/>
                </a:lnTo>
                <a:lnTo>
                  <a:pt x="6071864" y="347269"/>
                </a:lnTo>
                <a:lnTo>
                  <a:pt x="6939273" y="267130"/>
                </a:lnTo>
                <a:lnTo>
                  <a:pt x="7806682" y="166956"/>
                </a:lnTo>
                <a:lnTo>
                  <a:pt x="8674091" y="80139"/>
                </a:lnTo>
                <a:lnTo>
                  <a:pt x="9541501" y="0"/>
                </a:lnTo>
                <a:lnTo>
                  <a:pt x="9541501" y="1803130"/>
                </a:lnTo>
                <a:lnTo>
                  <a:pt x="8674091" y="1803130"/>
                </a:lnTo>
                <a:lnTo>
                  <a:pt x="7806682" y="1803130"/>
                </a:lnTo>
                <a:lnTo>
                  <a:pt x="6939273" y="1803130"/>
                </a:lnTo>
                <a:lnTo>
                  <a:pt x="6071864" y="1803130"/>
                </a:lnTo>
                <a:lnTo>
                  <a:pt x="5204455" y="1803130"/>
                </a:lnTo>
                <a:lnTo>
                  <a:pt x="4337045" y="1803130"/>
                </a:lnTo>
                <a:lnTo>
                  <a:pt x="3469636" y="1803130"/>
                </a:lnTo>
                <a:lnTo>
                  <a:pt x="2602227" y="1803130"/>
                </a:lnTo>
                <a:lnTo>
                  <a:pt x="1734818" y="1803130"/>
                </a:lnTo>
                <a:lnTo>
                  <a:pt x="867409" y="1803130"/>
                </a:lnTo>
                <a:lnTo>
                  <a:pt x="0" y="1803130"/>
                </a:lnTo>
                <a:close/>
              </a:path>
            </a:pathLst>
          </a:cu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726203" y="4126230"/>
            <a:ext cx="867409" cy="100174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593612" y="4039412"/>
            <a:ext cx="867409" cy="86818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61021" y="3945917"/>
            <a:ext cx="867409" cy="93495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328430" y="3859099"/>
            <a:ext cx="867409" cy="86818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195839" y="3758926"/>
            <a:ext cx="867409" cy="100173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63248" y="3658752"/>
            <a:ext cx="867410" cy="100174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930658" y="3571934"/>
            <a:ext cx="867409" cy="86818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98067" y="3491795"/>
            <a:ext cx="867409" cy="80139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665476" y="3391621"/>
            <a:ext cx="867409" cy="100174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532885" y="3304804"/>
            <a:ext cx="867409" cy="86817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400294" y="3224665"/>
            <a:ext cx="867410" cy="80139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806694" y="1409266"/>
            <a:ext cx="46101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Tablet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625084" y="1507056"/>
            <a:ext cx="125730" cy="0"/>
          </a:xfrm>
          <a:prstGeom prst="line">
            <a:avLst/>
          </a:prstGeom>
          <a:ln w="25400">
            <a:solidFill>
              <a:srgbClr val="2B5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975479" y="1409266"/>
            <a:ext cx="53784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Desktop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793869" y="1507056"/>
            <a:ext cx="125730" cy="0"/>
          </a:xfrm>
          <a:prstGeom prst="line">
            <a:avLst/>
          </a:prstGeom>
          <a:ln w="25400">
            <a:solidFill>
              <a:srgbClr val="056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221099" y="1409266"/>
            <a:ext cx="46101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Mobile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039489" y="1507056"/>
            <a:ext cx="125730" cy="0"/>
          </a:xfrm>
          <a:prstGeom prst="line">
            <a:avLst/>
          </a:prstGeom>
          <a:ln w="2540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