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Order fulfilment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3746" y="1131824"/>
            <a:ext cx="9319309" cy="1690285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848779"/>
            <a:ext cx="11094415" cy="9525"/>
          </a:xfrm>
          <a:prstGeom prst="rect">
            <a:avLst/>
          </a:prstGeom>
          <a:solidFill>
            <a:srgbClr val="D1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31824"/>
            <a:ext cx="1664162" cy="169028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0132" y="1554395"/>
            <a:ext cx="2857921" cy="84514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0132" y="1554395"/>
            <a:ext cx="2857921" cy="84514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Place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4440" y="1554395"/>
            <a:ext cx="2857921" cy="84514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4440" y="1554395"/>
            <a:ext cx="2857921" cy="84514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Receive confirmation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8748" y="1554395"/>
            <a:ext cx="2857921" cy="84514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748" y="1554395"/>
            <a:ext cx="2857921" cy="84514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Track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3746" y="2875449"/>
            <a:ext cx="9319309" cy="1690285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592404"/>
            <a:ext cx="11094415" cy="9525"/>
          </a:xfrm>
          <a:prstGeom prst="rect">
            <a:avLst/>
          </a:prstGeom>
          <a:solidFill>
            <a:srgbClr val="D1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75449"/>
            <a:ext cx="1664162" cy="169028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Sales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0132" y="3298020"/>
            <a:ext cx="2857921" cy="845142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0132" y="3298020"/>
            <a:ext cx="2857921" cy="84514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Validate order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4440" y="3298020"/>
            <a:ext cx="2857921" cy="845142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4440" y="3298020"/>
            <a:ext cx="2857921" cy="84514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Process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8748" y="3298020"/>
            <a:ext cx="2857921" cy="845142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748" y="3298020"/>
            <a:ext cx="2857921" cy="84514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Send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3746" y="4619074"/>
            <a:ext cx="9319309" cy="1690285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19074"/>
            <a:ext cx="1664162" cy="169028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Warehouse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0132" y="5041645"/>
            <a:ext cx="4380075" cy="845142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0132" y="5041645"/>
            <a:ext cx="4380075" cy="84514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Pick &amp; pack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76594" y="5041645"/>
            <a:ext cx="4380075" cy="845142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6594" y="5041645"/>
            <a:ext cx="4380075" cy="84514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Ship</a:t>
            </a:r>
          </a:p>
        </p:txBody>
      </p:sp>
      <p:sp>
        <p:nvSpPr>
          <p:cNvPr id="27" name="Freeform 26"/>
          <p:cNvSpPr/>
          <p:nvPr/>
        </p:nvSpPr>
        <p:spPr>
          <a:xfrm>
            <a:off x="3901754" y="3191340"/>
            <a:ext cx="74676" cy="106680"/>
          </a:xfrm>
          <a:custGeom>
            <a:avLst/>
            <a:gdLst/>
            <a:ahLst/>
            <a:cxnLst/>
            <a:rect l="l" t="t" r="r" b="b"/>
            <a:pathLst>
              <a:path w="74676" h="106680">
                <a:moveTo>
                  <a:pt x="37338" y="106680"/>
                </a:moveTo>
                <a:lnTo>
                  <a:pt x="0" y="0"/>
                </a:lnTo>
                <a:lnTo>
                  <a:pt x="74676" y="0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928424" y="2399537"/>
            <a:ext cx="21336" cy="791803"/>
          </a:xfrm>
          <a:custGeom>
            <a:avLst/>
            <a:gdLst/>
            <a:ahLst/>
            <a:cxnLst/>
            <a:rect l="l" t="t" r="r" b="b"/>
            <a:pathLst>
              <a:path w="21336" h="791803">
                <a:moveTo>
                  <a:pt x="0" y="0"/>
                </a:moveTo>
                <a:lnTo>
                  <a:pt x="21336" y="0"/>
                </a:lnTo>
                <a:lnTo>
                  <a:pt x="21336" y="791803"/>
                </a:lnTo>
                <a:lnTo>
                  <a:pt x="0" y="791803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93363" y="3683253"/>
            <a:ext cx="106680" cy="74676"/>
          </a:xfrm>
          <a:custGeom>
            <a:avLst/>
            <a:gdLst/>
            <a:ahLst/>
            <a:cxnLst/>
            <a:rect l="l" t="t" r="r" b="b"/>
            <a:pathLst>
              <a:path w="106680" h="74676">
                <a:moveTo>
                  <a:pt x="0" y="37338"/>
                </a:moveTo>
                <a:lnTo>
                  <a:pt x="106680" y="0"/>
                </a:lnTo>
                <a:lnTo>
                  <a:pt x="106680" y="74676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00043" y="3709923"/>
            <a:ext cx="1229086" cy="21336"/>
          </a:xfrm>
          <a:custGeom>
            <a:avLst/>
            <a:gdLst/>
            <a:ahLst/>
            <a:cxnLst/>
            <a:rect l="l" t="t" r="r" b="b"/>
            <a:pathLst>
              <a:path w="1229086" h="21336">
                <a:moveTo>
                  <a:pt x="1229086" y="0"/>
                </a:moveTo>
                <a:lnTo>
                  <a:pt x="1229086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837671" y="3683253"/>
            <a:ext cx="106680" cy="74676"/>
          </a:xfrm>
          <a:custGeom>
            <a:avLst/>
            <a:gdLst/>
            <a:ahLst/>
            <a:cxnLst/>
            <a:rect l="l" t="t" r="r" b="b"/>
            <a:pathLst>
              <a:path w="106680" h="74676">
                <a:moveTo>
                  <a:pt x="0" y="37338"/>
                </a:moveTo>
                <a:lnTo>
                  <a:pt x="106680" y="0"/>
                </a:lnTo>
                <a:lnTo>
                  <a:pt x="106680" y="74676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44351" y="3709923"/>
            <a:ext cx="1229086" cy="21336"/>
          </a:xfrm>
          <a:custGeom>
            <a:avLst/>
            <a:gdLst/>
            <a:ahLst/>
            <a:cxnLst/>
            <a:rect l="l" t="t" r="r" b="b"/>
            <a:pathLst>
              <a:path w="1229086" h="21336">
                <a:moveTo>
                  <a:pt x="1229086" y="0"/>
                </a:moveTo>
                <a:lnTo>
                  <a:pt x="1229086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983400" y="2393923"/>
            <a:ext cx="112885" cy="71622"/>
          </a:xfrm>
          <a:custGeom>
            <a:avLst/>
            <a:gdLst/>
            <a:ahLst/>
            <a:cxnLst/>
            <a:rect l="l" t="t" r="r" b="b"/>
            <a:pathLst>
              <a:path w="112885" h="71622">
                <a:moveTo>
                  <a:pt x="0" y="5614"/>
                </a:moveTo>
                <a:lnTo>
                  <a:pt x="112885" y="0"/>
                </a:lnTo>
                <a:lnTo>
                  <a:pt x="91747" y="71622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082697" y="2419502"/>
            <a:ext cx="2948030" cy="888749"/>
          </a:xfrm>
          <a:custGeom>
            <a:avLst/>
            <a:gdLst/>
            <a:ahLst/>
            <a:cxnLst/>
            <a:rect l="l" t="t" r="r" b="b"/>
            <a:pathLst>
              <a:path w="2948030" h="888749">
                <a:moveTo>
                  <a:pt x="2948030" y="868286"/>
                </a:moveTo>
                <a:lnTo>
                  <a:pt x="2941991" y="888749"/>
                </a:lnTo>
                <a:lnTo>
                  <a:pt x="0" y="20464"/>
                </a:lnTo>
                <a:lnTo>
                  <a:pt x="6039" y="0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00169" y="4967836"/>
            <a:ext cx="112942" cy="73809"/>
          </a:xfrm>
          <a:custGeom>
            <a:avLst/>
            <a:gdLst/>
            <a:ahLst/>
            <a:cxnLst/>
            <a:rect l="l" t="t" r="r" b="b"/>
            <a:pathLst>
              <a:path w="112942" h="73809">
                <a:moveTo>
                  <a:pt x="0" y="73809"/>
                </a:moveTo>
                <a:lnTo>
                  <a:pt x="85597" y="0"/>
                </a:lnTo>
                <a:lnTo>
                  <a:pt x="112942" y="69489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795532" y="4133234"/>
            <a:ext cx="2191774" cy="879273"/>
          </a:xfrm>
          <a:custGeom>
            <a:avLst/>
            <a:gdLst/>
            <a:ahLst/>
            <a:cxnLst/>
            <a:rect l="l" t="t" r="r" b="b"/>
            <a:pathLst>
              <a:path w="2191774" h="879273">
                <a:moveTo>
                  <a:pt x="2183961" y="0"/>
                </a:moveTo>
                <a:lnTo>
                  <a:pt x="2191774" y="19855"/>
                </a:lnTo>
                <a:lnTo>
                  <a:pt x="7813" y="879273"/>
                </a:lnTo>
                <a:lnTo>
                  <a:pt x="0" y="859419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029997" y="5447907"/>
            <a:ext cx="46597" cy="32617"/>
          </a:xfrm>
          <a:custGeom>
            <a:avLst/>
            <a:gdLst/>
            <a:ahLst/>
            <a:cxnLst/>
            <a:rect l="l" t="t" r="r" b="b"/>
            <a:pathLst>
              <a:path w="46597" h="32617">
                <a:moveTo>
                  <a:pt x="46597" y="16309"/>
                </a:moveTo>
                <a:lnTo>
                  <a:pt x="0" y="32617"/>
                </a:lnTo>
                <a:lnTo>
                  <a:pt x="0" y="0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890206" y="5453548"/>
            <a:ext cx="139791" cy="21336"/>
          </a:xfrm>
          <a:custGeom>
            <a:avLst/>
            <a:gdLst/>
            <a:ahLst/>
            <a:cxnLst/>
            <a:rect l="l" t="t" r="r" b="b"/>
            <a:pathLst>
              <a:path w="139791" h="21336">
                <a:moveTo>
                  <a:pt x="0" y="21336"/>
                </a:moveTo>
                <a:lnTo>
                  <a:pt x="0" y="0"/>
                </a:lnTo>
                <a:lnTo>
                  <a:pt x="139791" y="0"/>
                </a:lnTo>
                <a:lnTo>
                  <a:pt x="139791" y="21336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962299" y="2399537"/>
            <a:ext cx="71758" cy="112846"/>
          </a:xfrm>
          <a:custGeom>
            <a:avLst/>
            <a:gdLst/>
            <a:ahLst/>
            <a:cxnLst/>
            <a:rect l="l" t="t" r="r" b="b"/>
            <a:pathLst>
              <a:path w="71758" h="112846">
                <a:moveTo>
                  <a:pt x="65409" y="0"/>
                </a:moveTo>
                <a:lnTo>
                  <a:pt x="71758" y="112846"/>
                </a:lnTo>
                <a:lnTo>
                  <a:pt x="0" y="92176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256379" y="2499095"/>
            <a:ext cx="752050" cy="2545502"/>
          </a:xfrm>
          <a:custGeom>
            <a:avLst/>
            <a:gdLst/>
            <a:ahLst/>
            <a:cxnLst/>
            <a:rect l="l" t="t" r="r" b="b"/>
            <a:pathLst>
              <a:path w="752050" h="2545502">
                <a:moveTo>
                  <a:pt x="20503" y="2545502"/>
                </a:moveTo>
                <a:lnTo>
                  <a:pt x="0" y="2539597"/>
                </a:lnTo>
                <a:lnTo>
                  <a:pt x="731548" y="0"/>
                </a:lnTo>
                <a:lnTo>
                  <a:pt x="752050" y="5906"/>
                </a:lnTo>
                <a:close/>
              </a:path>
            </a:pathLst>
          </a:custGeom>
          <a:solidFill>
            <a:srgbClr val="31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