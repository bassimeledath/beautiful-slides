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Order fulfilment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3746" y="1215136"/>
            <a:ext cx="9319309" cy="1657434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03050"/>
            <a:ext cx="11094415" cy="9525"/>
          </a:xfrm>
          <a:prstGeom prst="rect">
            <a:avLst/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15136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0132" y="1629494"/>
            <a:ext cx="2857921" cy="82871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0132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Place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4440" y="1629494"/>
            <a:ext cx="2857921" cy="82871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4440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Receive confirmation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748" y="1629494"/>
            <a:ext cx="2857921" cy="82871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748" y="1629494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Track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746" y="2933530"/>
            <a:ext cx="9319309" cy="1657434"/>
          </a:xfrm>
          <a:prstGeom prst="rect">
            <a:avLst/>
          </a:prstGeom>
          <a:solidFill>
            <a:srgbClr val="E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21444"/>
            <a:ext cx="11094415" cy="9525"/>
          </a:xfrm>
          <a:prstGeom prst="rect">
            <a:avLst/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33530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0132" y="3347888"/>
            <a:ext cx="2857921" cy="828717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0132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Validate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4440" y="3347888"/>
            <a:ext cx="2857921" cy="828717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440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Process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8748" y="3347888"/>
            <a:ext cx="2857921" cy="828717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748" y="3347888"/>
            <a:ext cx="2857921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Send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3746" y="4651924"/>
            <a:ext cx="9319309" cy="1657434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51924"/>
            <a:ext cx="1664162" cy="165743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erif"/>
              </a:rPr>
              <a:t>Warehouse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0132" y="5066282"/>
            <a:ext cx="4380075" cy="828717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132" y="5066282"/>
            <a:ext cx="4380075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Pick &amp; pack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6594" y="5066282"/>
            <a:ext cx="4380075" cy="828717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6594" y="5066282"/>
            <a:ext cx="4380075" cy="82871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Ship</a:t>
            </a:r>
          </a:p>
        </p:txBody>
      </p:sp>
      <p:sp>
        <p:nvSpPr>
          <p:cNvPr id="27" name="Freeform 26"/>
          <p:cNvSpPr/>
          <p:nvPr/>
        </p:nvSpPr>
        <p:spPr>
          <a:xfrm>
            <a:off x="3896420" y="3225968"/>
            <a:ext cx="85344" cy="121920"/>
          </a:xfrm>
          <a:custGeom>
            <a:avLst/>
            <a:gdLst/>
            <a:ahLst/>
            <a:cxnLst/>
            <a:rect l="l" t="t" r="r" b="b"/>
            <a:pathLst>
              <a:path w="85344" h="121920">
                <a:moveTo>
                  <a:pt x="42672" y="121920"/>
                </a:moveTo>
                <a:lnTo>
                  <a:pt x="0" y="0"/>
                </a:lnTo>
                <a:lnTo>
                  <a:pt x="85344" y="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26900" y="2458210"/>
            <a:ext cx="24384" cy="767758"/>
          </a:xfrm>
          <a:custGeom>
            <a:avLst/>
            <a:gdLst/>
            <a:ahLst/>
            <a:cxnLst/>
            <a:rect l="l" t="t" r="r" b="b"/>
            <a:pathLst>
              <a:path w="24384" h="767758">
                <a:moveTo>
                  <a:pt x="0" y="0"/>
                </a:moveTo>
                <a:lnTo>
                  <a:pt x="24384" y="0"/>
                </a:lnTo>
                <a:lnTo>
                  <a:pt x="24384" y="767758"/>
                </a:lnTo>
                <a:lnTo>
                  <a:pt x="0" y="767758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93363" y="3719574"/>
            <a:ext cx="121920" cy="85344"/>
          </a:xfrm>
          <a:custGeom>
            <a:avLst/>
            <a:gdLst/>
            <a:ahLst/>
            <a:cxnLst/>
            <a:rect l="l" t="t" r="r" b="b"/>
            <a:pathLst>
              <a:path w="121920" h="85344">
                <a:moveTo>
                  <a:pt x="0" y="42672"/>
                </a:moveTo>
                <a:lnTo>
                  <a:pt x="121920" y="0"/>
                </a:lnTo>
                <a:lnTo>
                  <a:pt x="121920" y="85344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15283" y="3750054"/>
            <a:ext cx="1213846" cy="24384"/>
          </a:xfrm>
          <a:custGeom>
            <a:avLst/>
            <a:gdLst/>
            <a:ahLst/>
            <a:cxnLst/>
            <a:rect l="l" t="t" r="r" b="b"/>
            <a:pathLst>
              <a:path w="1213846" h="24384">
                <a:moveTo>
                  <a:pt x="1213846" y="0"/>
                </a:moveTo>
                <a:lnTo>
                  <a:pt x="1213846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37671" y="3719574"/>
            <a:ext cx="121920" cy="85344"/>
          </a:xfrm>
          <a:custGeom>
            <a:avLst/>
            <a:gdLst/>
            <a:ahLst/>
            <a:cxnLst/>
            <a:rect l="l" t="t" r="r" b="b"/>
            <a:pathLst>
              <a:path w="121920" h="85344">
                <a:moveTo>
                  <a:pt x="0" y="42672"/>
                </a:moveTo>
                <a:lnTo>
                  <a:pt x="121920" y="0"/>
                </a:lnTo>
                <a:lnTo>
                  <a:pt x="121920" y="85344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59591" y="3750054"/>
            <a:ext cx="1213846" cy="24384"/>
          </a:xfrm>
          <a:custGeom>
            <a:avLst/>
            <a:gdLst/>
            <a:ahLst/>
            <a:cxnLst/>
            <a:rect l="l" t="t" r="r" b="b"/>
            <a:pathLst>
              <a:path w="1213846" h="24384">
                <a:moveTo>
                  <a:pt x="1213846" y="0"/>
                </a:moveTo>
                <a:lnTo>
                  <a:pt x="1213846" y="24384"/>
                </a:lnTo>
                <a:lnTo>
                  <a:pt x="0" y="24384"/>
                </a:lnTo>
                <a:lnTo>
                  <a:pt x="0" y="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83400" y="2451450"/>
            <a:ext cx="128994" cy="81918"/>
          </a:xfrm>
          <a:custGeom>
            <a:avLst/>
            <a:gdLst/>
            <a:ahLst/>
            <a:cxnLst/>
            <a:rect l="l" t="t" r="r" b="b"/>
            <a:pathLst>
              <a:path w="128994" h="81918">
                <a:moveTo>
                  <a:pt x="0" y="6760"/>
                </a:moveTo>
                <a:lnTo>
                  <a:pt x="128994" y="0"/>
                </a:lnTo>
                <a:lnTo>
                  <a:pt x="105055" y="81918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097005" y="2480707"/>
            <a:ext cx="2934122" cy="878883"/>
          </a:xfrm>
          <a:custGeom>
            <a:avLst/>
            <a:gdLst/>
            <a:ahLst/>
            <a:cxnLst/>
            <a:rect l="l" t="t" r="r" b="b"/>
            <a:pathLst>
              <a:path w="2934122" h="878883">
                <a:moveTo>
                  <a:pt x="2934122" y="855478"/>
                </a:moveTo>
                <a:lnTo>
                  <a:pt x="2927283" y="878883"/>
                </a:lnTo>
                <a:lnTo>
                  <a:pt x="0" y="23405"/>
                </a:lnTo>
                <a:lnTo>
                  <a:pt x="6840" y="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00169" y="4982256"/>
            <a:ext cx="129093" cy="84026"/>
          </a:xfrm>
          <a:custGeom>
            <a:avLst/>
            <a:gdLst/>
            <a:ahLst/>
            <a:cxnLst/>
            <a:rect l="l" t="t" r="r" b="b"/>
            <a:pathLst>
              <a:path w="129093" h="84026">
                <a:moveTo>
                  <a:pt x="0" y="84026"/>
                </a:moveTo>
                <a:lnTo>
                  <a:pt x="98107" y="0"/>
                </a:lnTo>
                <a:lnTo>
                  <a:pt x="129093" y="7952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09342" y="4165243"/>
            <a:ext cx="2178484" cy="868133"/>
          </a:xfrm>
          <a:custGeom>
            <a:avLst/>
            <a:gdLst/>
            <a:ahLst/>
            <a:cxnLst/>
            <a:rect l="l" t="t" r="r" b="b"/>
            <a:pathLst>
              <a:path w="2178484" h="868133">
                <a:moveTo>
                  <a:pt x="2169631" y="0"/>
                </a:moveTo>
                <a:lnTo>
                  <a:pt x="2178484" y="22721"/>
                </a:lnTo>
                <a:lnTo>
                  <a:pt x="8854" y="868133"/>
                </a:lnTo>
                <a:lnTo>
                  <a:pt x="0" y="845413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029997" y="5464331"/>
            <a:ext cx="46597" cy="32617"/>
          </a:xfrm>
          <a:custGeom>
            <a:avLst/>
            <a:gdLst/>
            <a:ahLst/>
            <a:cxnLst/>
            <a:rect l="l" t="t" r="r" b="b"/>
            <a:pathLst>
              <a:path w="46597" h="32617">
                <a:moveTo>
                  <a:pt x="46597" y="16309"/>
                </a:moveTo>
                <a:lnTo>
                  <a:pt x="0" y="32617"/>
                </a:lnTo>
                <a:lnTo>
                  <a:pt x="0" y="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890206" y="5468448"/>
            <a:ext cx="139791" cy="24384"/>
          </a:xfrm>
          <a:custGeom>
            <a:avLst/>
            <a:gdLst/>
            <a:ahLst/>
            <a:cxnLst/>
            <a:rect l="l" t="t" r="r" b="b"/>
            <a:pathLst>
              <a:path w="139791" h="24384">
                <a:moveTo>
                  <a:pt x="0" y="24384"/>
                </a:moveTo>
                <a:lnTo>
                  <a:pt x="0" y="0"/>
                </a:lnTo>
                <a:lnTo>
                  <a:pt x="139791" y="0"/>
                </a:lnTo>
                <a:lnTo>
                  <a:pt x="139791" y="24384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952590" y="2458210"/>
            <a:ext cx="81927" cy="128992"/>
          </a:xfrm>
          <a:custGeom>
            <a:avLst/>
            <a:gdLst/>
            <a:ahLst/>
            <a:cxnLst/>
            <a:rect l="l" t="t" r="r" b="b"/>
            <a:pathLst>
              <a:path w="81927" h="128992">
                <a:moveTo>
                  <a:pt x="75118" y="0"/>
                </a:moveTo>
                <a:lnTo>
                  <a:pt x="81927" y="128992"/>
                </a:lnTo>
                <a:lnTo>
                  <a:pt x="0" y="105084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54927" y="2571833"/>
            <a:ext cx="750331" cy="2497864"/>
          </a:xfrm>
          <a:custGeom>
            <a:avLst/>
            <a:gdLst/>
            <a:ahLst/>
            <a:cxnLst/>
            <a:rect l="l" t="t" r="r" b="b"/>
            <a:pathLst>
              <a:path w="750331" h="2497864">
                <a:moveTo>
                  <a:pt x="23407" y="2497864"/>
                </a:moveTo>
                <a:lnTo>
                  <a:pt x="0" y="2491033"/>
                </a:lnTo>
                <a:lnTo>
                  <a:pt x="726923" y="0"/>
                </a:lnTo>
                <a:lnTo>
                  <a:pt x="750331" y="6830"/>
                </a:lnTo>
                <a:close/>
              </a:path>
            </a:pathLst>
          </a:custGeom>
          <a:solidFill>
            <a:srgbClr val="57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