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Order fulfilment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323746" y="1298448"/>
            <a:ext cx="9319309" cy="1624584"/>
          </a:xfrm>
          <a:prstGeom prst="rect">
            <a:avLst/>
          </a:prstGeom>
          <a:solidFill>
            <a:srgbClr val="F6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57322"/>
            <a:ext cx="11094415" cy="9525"/>
          </a:xfrm>
          <a:prstGeom prst="rect">
            <a:avLst/>
          </a:prstGeom>
          <a:solidFill>
            <a:srgbClr val="D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664162" cy="16245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Bricolage Grotesque"/>
              </a:rPr>
              <a:t>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0132" y="1704594"/>
            <a:ext cx="2857921" cy="81229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0132" y="1704594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FF4EB"/>
                </a:solidFill>
                <a:latin typeface="Plus Jakarta Sans"/>
              </a:rPr>
              <a:t>Place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54440" y="1704594"/>
            <a:ext cx="2857921" cy="81229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4440" y="1704594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FF4EB"/>
                </a:solidFill>
                <a:latin typeface="Plus Jakarta Sans"/>
              </a:rPr>
              <a:t>Receive confirmation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8748" y="1704594"/>
            <a:ext cx="2857921" cy="81229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748" y="1704594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FF4EB"/>
                </a:solidFill>
                <a:latin typeface="Plus Jakarta Sans"/>
              </a:rPr>
              <a:t>Track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3746" y="2991612"/>
            <a:ext cx="9319309" cy="1624584"/>
          </a:xfrm>
          <a:prstGeom prst="rect">
            <a:avLst/>
          </a:prstGeom>
          <a:solidFill>
            <a:srgbClr val="EEE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50486"/>
            <a:ext cx="11094415" cy="9525"/>
          </a:xfrm>
          <a:prstGeom prst="rect">
            <a:avLst/>
          </a:prstGeom>
          <a:solidFill>
            <a:srgbClr val="D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1612"/>
            <a:ext cx="1664162" cy="16245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Bricolage Grotesque"/>
              </a:rPr>
              <a:t>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0132" y="3397758"/>
            <a:ext cx="2857921" cy="812292"/>
          </a:xfrm>
          <a:prstGeom prst="roundRect">
            <a:avLst/>
          </a:prstGeom>
          <a:solidFill>
            <a:srgbClr val="84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0132" y="3397758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FF4EB"/>
                </a:solidFill>
                <a:latin typeface="Plus Jakarta Sans"/>
              </a:rPr>
              <a:t>Validate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4440" y="3397758"/>
            <a:ext cx="2857921" cy="812292"/>
          </a:xfrm>
          <a:prstGeom prst="roundRect">
            <a:avLst/>
          </a:prstGeom>
          <a:solidFill>
            <a:srgbClr val="84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4440" y="3397758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FF4EB"/>
                </a:solidFill>
                <a:latin typeface="Plus Jakarta Sans"/>
              </a:rPr>
              <a:t>Process 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8748" y="3397758"/>
            <a:ext cx="2857921" cy="812292"/>
          </a:xfrm>
          <a:prstGeom prst="roundRect">
            <a:avLst/>
          </a:prstGeom>
          <a:solidFill>
            <a:srgbClr val="84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748" y="3397758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FF4EB"/>
                </a:solidFill>
                <a:latin typeface="Plus Jakarta Sans"/>
              </a:rPr>
              <a:t>Send confirmation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23746" y="4684776"/>
            <a:ext cx="9319309" cy="1624584"/>
          </a:xfrm>
          <a:prstGeom prst="rect">
            <a:avLst/>
          </a:prstGeom>
          <a:solidFill>
            <a:srgbClr val="F6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84776"/>
            <a:ext cx="1664162" cy="16245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Bricolage Grotesque"/>
              </a:rPr>
              <a:t>Warehouse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0132" y="5090922"/>
            <a:ext cx="4380075" cy="812292"/>
          </a:xfrm>
          <a:prstGeom prst="round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0132" y="5090922"/>
            <a:ext cx="4380075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FF4EB"/>
                </a:solidFill>
                <a:latin typeface="Plus Jakarta Sans"/>
              </a:rPr>
              <a:t>Pick &amp; pack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6594" y="5090922"/>
            <a:ext cx="4380075" cy="812292"/>
          </a:xfrm>
          <a:prstGeom prst="round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6594" y="5090922"/>
            <a:ext cx="4380075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FF4EB"/>
                </a:solidFill>
                <a:latin typeface="Plus Jakarta Sans"/>
              </a:rPr>
              <a:t>Ship</a:t>
            </a:r>
          </a:p>
        </p:txBody>
      </p:sp>
      <p:sp>
        <p:nvSpPr>
          <p:cNvPr id="27" name="Freeform 26"/>
          <p:cNvSpPr/>
          <p:nvPr/>
        </p:nvSpPr>
        <p:spPr>
          <a:xfrm>
            <a:off x="3891086" y="3260598"/>
            <a:ext cx="96012" cy="137160"/>
          </a:xfrm>
          <a:custGeom>
            <a:avLst/>
            <a:gdLst/>
            <a:ahLst/>
            <a:cxnLst/>
            <a:rect l="l" t="t" r="r" b="b"/>
            <a:pathLst>
              <a:path w="96012" h="137160">
                <a:moveTo>
                  <a:pt x="48006" y="137160"/>
                </a:moveTo>
                <a:lnTo>
                  <a:pt x="0" y="0"/>
                </a:lnTo>
                <a:lnTo>
                  <a:pt x="96012" y="0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925376" y="2516886"/>
            <a:ext cx="27432" cy="743712"/>
          </a:xfrm>
          <a:custGeom>
            <a:avLst/>
            <a:gdLst/>
            <a:ahLst/>
            <a:cxnLst/>
            <a:rect l="l" t="t" r="r" b="b"/>
            <a:pathLst>
              <a:path w="27432" h="743712">
                <a:moveTo>
                  <a:pt x="0" y="0"/>
                </a:moveTo>
                <a:lnTo>
                  <a:pt x="27432" y="0"/>
                </a:lnTo>
                <a:lnTo>
                  <a:pt x="27432" y="743712"/>
                </a:lnTo>
                <a:lnTo>
                  <a:pt x="0" y="743712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93363" y="3755898"/>
            <a:ext cx="137160" cy="96012"/>
          </a:xfrm>
          <a:custGeom>
            <a:avLst/>
            <a:gdLst/>
            <a:ahLst/>
            <a:cxnLst/>
            <a:rect l="l" t="t" r="r" b="b"/>
            <a:pathLst>
              <a:path w="137160" h="96012">
                <a:moveTo>
                  <a:pt x="0" y="48006"/>
                </a:moveTo>
                <a:lnTo>
                  <a:pt x="137160" y="0"/>
                </a:lnTo>
                <a:lnTo>
                  <a:pt x="137160" y="96012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30523" y="3790188"/>
            <a:ext cx="1198606" cy="27432"/>
          </a:xfrm>
          <a:custGeom>
            <a:avLst/>
            <a:gdLst/>
            <a:ahLst/>
            <a:cxnLst/>
            <a:rect l="l" t="t" r="r" b="b"/>
            <a:pathLst>
              <a:path w="1198606" h="27432">
                <a:moveTo>
                  <a:pt x="1198606" y="0"/>
                </a:moveTo>
                <a:lnTo>
                  <a:pt x="1198606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837671" y="3755898"/>
            <a:ext cx="137160" cy="96012"/>
          </a:xfrm>
          <a:custGeom>
            <a:avLst/>
            <a:gdLst/>
            <a:ahLst/>
            <a:cxnLst/>
            <a:rect l="l" t="t" r="r" b="b"/>
            <a:pathLst>
              <a:path w="137160" h="96012">
                <a:moveTo>
                  <a:pt x="0" y="48006"/>
                </a:moveTo>
                <a:lnTo>
                  <a:pt x="137160" y="0"/>
                </a:lnTo>
                <a:lnTo>
                  <a:pt x="137160" y="96012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974831" y="3790188"/>
            <a:ext cx="1198606" cy="27432"/>
          </a:xfrm>
          <a:custGeom>
            <a:avLst/>
            <a:gdLst/>
            <a:ahLst/>
            <a:cxnLst/>
            <a:rect l="l" t="t" r="r" b="b"/>
            <a:pathLst>
              <a:path w="1198606" h="27432">
                <a:moveTo>
                  <a:pt x="1198606" y="0"/>
                </a:moveTo>
                <a:lnTo>
                  <a:pt x="1198606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983400" y="2508895"/>
            <a:ext cx="145098" cy="92228"/>
          </a:xfrm>
          <a:custGeom>
            <a:avLst/>
            <a:gdLst/>
            <a:ahLst/>
            <a:cxnLst/>
            <a:rect l="l" t="t" r="r" b="b"/>
            <a:pathLst>
              <a:path w="145098" h="92228">
                <a:moveTo>
                  <a:pt x="0" y="7991"/>
                </a:moveTo>
                <a:lnTo>
                  <a:pt x="145098" y="0"/>
                </a:lnTo>
                <a:lnTo>
                  <a:pt x="118412" y="92228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111342" y="2541833"/>
            <a:ext cx="2920178" cy="869100"/>
          </a:xfrm>
          <a:custGeom>
            <a:avLst/>
            <a:gdLst/>
            <a:ahLst/>
            <a:cxnLst/>
            <a:rect l="l" t="t" r="r" b="b"/>
            <a:pathLst>
              <a:path w="2920178" h="869100">
                <a:moveTo>
                  <a:pt x="2920178" y="842749"/>
                </a:moveTo>
                <a:lnTo>
                  <a:pt x="2912553" y="869100"/>
                </a:lnTo>
                <a:lnTo>
                  <a:pt x="0" y="26352"/>
                </a:lnTo>
                <a:lnTo>
                  <a:pt x="7625" y="0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700169" y="4996763"/>
            <a:ext cx="145246" cy="94159"/>
          </a:xfrm>
          <a:custGeom>
            <a:avLst/>
            <a:gdLst/>
            <a:ahLst/>
            <a:cxnLst/>
            <a:rect l="l" t="t" r="r" b="b"/>
            <a:pathLst>
              <a:path w="145246" h="94159">
                <a:moveTo>
                  <a:pt x="0" y="94159"/>
                </a:moveTo>
                <a:lnTo>
                  <a:pt x="110687" y="0"/>
                </a:lnTo>
                <a:lnTo>
                  <a:pt x="145246" y="89577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823198" y="4197253"/>
            <a:ext cx="2165138" cy="857096"/>
          </a:xfrm>
          <a:custGeom>
            <a:avLst/>
            <a:gdLst/>
            <a:ahLst/>
            <a:cxnLst/>
            <a:rect l="l" t="t" r="r" b="b"/>
            <a:pathLst>
              <a:path w="2165138" h="857096">
                <a:moveTo>
                  <a:pt x="2155265" y="0"/>
                </a:moveTo>
                <a:lnTo>
                  <a:pt x="2165138" y="25593"/>
                </a:lnTo>
                <a:lnTo>
                  <a:pt x="9874" y="857096"/>
                </a:lnTo>
                <a:lnTo>
                  <a:pt x="0" y="831502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029997" y="5480759"/>
            <a:ext cx="46597" cy="32617"/>
          </a:xfrm>
          <a:custGeom>
            <a:avLst/>
            <a:gdLst/>
            <a:ahLst/>
            <a:cxnLst/>
            <a:rect l="l" t="t" r="r" b="b"/>
            <a:pathLst>
              <a:path w="46597" h="32617">
                <a:moveTo>
                  <a:pt x="46597" y="16309"/>
                </a:moveTo>
                <a:lnTo>
                  <a:pt x="0" y="32617"/>
                </a:lnTo>
                <a:lnTo>
                  <a:pt x="0" y="0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890206" y="5483352"/>
            <a:ext cx="139791" cy="27432"/>
          </a:xfrm>
          <a:custGeom>
            <a:avLst/>
            <a:gdLst/>
            <a:ahLst/>
            <a:cxnLst/>
            <a:rect l="l" t="t" r="r" b="b"/>
            <a:pathLst>
              <a:path w="139791" h="27432">
                <a:moveTo>
                  <a:pt x="0" y="27432"/>
                </a:moveTo>
                <a:lnTo>
                  <a:pt x="0" y="0"/>
                </a:lnTo>
                <a:lnTo>
                  <a:pt x="139791" y="0"/>
                </a:lnTo>
                <a:lnTo>
                  <a:pt x="139791" y="27432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942781" y="2516886"/>
            <a:ext cx="92072" cy="145142"/>
          </a:xfrm>
          <a:custGeom>
            <a:avLst/>
            <a:gdLst/>
            <a:ahLst/>
            <a:cxnLst/>
            <a:rect l="l" t="t" r="r" b="b"/>
            <a:pathLst>
              <a:path w="92072" h="145142">
                <a:moveTo>
                  <a:pt x="84927" y="0"/>
                </a:moveTo>
                <a:lnTo>
                  <a:pt x="92072" y="145142"/>
                </a:lnTo>
                <a:lnTo>
                  <a:pt x="0" y="117919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9253477" y="2644527"/>
            <a:ext cx="748493" cy="2450284"/>
          </a:xfrm>
          <a:custGeom>
            <a:avLst/>
            <a:gdLst/>
            <a:ahLst/>
            <a:cxnLst/>
            <a:rect l="l" t="t" r="r" b="b"/>
            <a:pathLst>
              <a:path w="748493" h="2450284">
                <a:moveTo>
                  <a:pt x="26307" y="2450284"/>
                </a:moveTo>
                <a:lnTo>
                  <a:pt x="0" y="2442505"/>
                </a:lnTo>
                <a:lnTo>
                  <a:pt x="722187" y="0"/>
                </a:lnTo>
                <a:lnTo>
                  <a:pt x="748493" y="7779"/>
                </a:lnTo>
                <a:close/>
              </a:path>
            </a:pathLst>
          </a:custGeom>
          <a:solidFill>
            <a:srgbClr val="4D4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