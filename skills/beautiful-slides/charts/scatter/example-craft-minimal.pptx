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Ad spend vs.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654294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5079299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504305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929310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3354316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2779321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2204327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34125" y="1629333"/>
            <a:ext cx="9557895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45704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7283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8862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80441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92020" y="1629333"/>
            <a:ext cx="0" cy="4024961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4125" y="5654294"/>
            <a:ext cx="9557895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535" y="5547614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4972619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4397625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3822630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3247636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535" y="2672641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535" y="2097647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350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35" y="152265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1318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2897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4476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6055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723" y="5685497"/>
            <a:ext cx="2548772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4125" y="5909259"/>
            <a:ext cx="9557895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Ad spend ($K)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4125" y="1344371"/>
            <a:ext cx="9557895" cy="26416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Revenue ($K)</a:t>
            </a:r>
          </a:p>
        </p:txBody>
      </p:sp>
      <p:sp>
        <p:nvSpPr>
          <p:cNvPr id="36" name="Oval 35"/>
          <p:cNvSpPr/>
          <p:nvPr/>
        </p:nvSpPr>
        <p:spPr>
          <a:xfrm>
            <a:off x="2617572" y="5073299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9972" y="5039009"/>
            <a:ext cx="30734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Acme</a:t>
            </a:r>
          </a:p>
        </p:txBody>
      </p:sp>
      <p:sp>
        <p:nvSpPr>
          <p:cNvPr id="38" name="Oval 37"/>
          <p:cNvSpPr/>
          <p:nvPr/>
        </p:nvSpPr>
        <p:spPr>
          <a:xfrm>
            <a:off x="4146835" y="4325806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9235" y="4291516"/>
            <a:ext cx="30734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Beta</a:t>
            </a:r>
          </a:p>
        </p:txBody>
      </p:sp>
      <p:sp>
        <p:nvSpPr>
          <p:cNvPr id="40" name="Oval 39"/>
          <p:cNvSpPr/>
          <p:nvPr/>
        </p:nvSpPr>
        <p:spPr>
          <a:xfrm>
            <a:off x="5389361" y="3808311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1761" y="3774021"/>
            <a:ext cx="38417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Gamma</a:t>
            </a:r>
          </a:p>
        </p:txBody>
      </p:sp>
      <p:sp>
        <p:nvSpPr>
          <p:cNvPr id="42" name="Oval 41"/>
          <p:cNvSpPr/>
          <p:nvPr/>
        </p:nvSpPr>
        <p:spPr>
          <a:xfrm>
            <a:off x="6727467" y="3405815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9867" y="3371525"/>
            <a:ext cx="38417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Delta</a:t>
            </a:r>
          </a:p>
        </p:txBody>
      </p:sp>
      <p:sp>
        <p:nvSpPr>
          <p:cNvPr id="44" name="Oval 43"/>
          <p:cNvSpPr/>
          <p:nvPr/>
        </p:nvSpPr>
        <p:spPr>
          <a:xfrm>
            <a:off x="7969993" y="2830820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2393" y="2796530"/>
            <a:ext cx="30734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Echo</a:t>
            </a:r>
          </a:p>
        </p:txBody>
      </p:sp>
      <p:sp>
        <p:nvSpPr>
          <p:cNvPr id="46" name="Oval 45"/>
          <p:cNvSpPr/>
          <p:nvPr/>
        </p:nvSpPr>
        <p:spPr>
          <a:xfrm>
            <a:off x="9308098" y="2255826"/>
            <a:ext cx="127000" cy="127000"/>
          </a:xfrm>
          <a:prstGeom prst="ellipse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0498" y="2221536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Foxtrot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