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User signup flow</a:t>
            </a:r>
          </a:p>
        </p:txBody>
      </p:sp>
      <p:sp>
        <p:nvSpPr>
          <p:cNvPr id="4" name="Freeform 3"/>
          <p:cNvSpPr/>
          <p:nvPr/>
        </p:nvSpPr>
        <p:spPr>
          <a:xfrm>
            <a:off x="6049174" y="2344633"/>
            <a:ext cx="93345" cy="133350"/>
          </a:xfrm>
          <a:custGeom>
            <a:avLst/>
            <a:gdLst/>
            <a:ahLst/>
            <a:cxnLst/>
            <a:rect l="l" t="t" r="r" b="b"/>
            <a:pathLst>
              <a:path w="93345" h="133350">
                <a:moveTo>
                  <a:pt x="46673" y="133350"/>
                </a:moveTo>
                <a:lnTo>
                  <a:pt x="0" y="0"/>
                </a:lnTo>
                <a:lnTo>
                  <a:pt x="93345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082512" y="1856678"/>
            <a:ext cx="26670" cy="487955"/>
          </a:xfrm>
          <a:custGeom>
            <a:avLst/>
            <a:gdLst/>
            <a:ahLst/>
            <a:cxnLst/>
            <a:rect l="l" t="t" r="r" b="b"/>
            <a:pathLst>
              <a:path w="26670" h="487955">
                <a:moveTo>
                  <a:pt x="0" y="0"/>
                </a:moveTo>
                <a:lnTo>
                  <a:pt x="26670" y="0"/>
                </a:lnTo>
                <a:lnTo>
                  <a:pt x="26670" y="487955"/>
                </a:lnTo>
                <a:lnTo>
                  <a:pt x="0" y="487955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49174" y="2241336"/>
            <a:ext cx="93345" cy="133350"/>
          </a:xfrm>
          <a:custGeom>
            <a:avLst/>
            <a:gdLst/>
            <a:ahLst/>
            <a:cxnLst/>
            <a:rect l="l" t="t" r="r" b="b"/>
            <a:pathLst>
              <a:path w="93345" h="133350">
                <a:moveTo>
                  <a:pt x="46673" y="0"/>
                </a:moveTo>
                <a:lnTo>
                  <a:pt x="9334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82512" y="2374686"/>
            <a:ext cx="26670" cy="517499"/>
          </a:xfrm>
          <a:custGeom>
            <a:avLst/>
            <a:gdLst/>
            <a:ahLst/>
            <a:cxnLst/>
            <a:rect l="l" t="t" r="r" b="b"/>
            <a:pathLst>
              <a:path w="26670" h="517499">
                <a:moveTo>
                  <a:pt x="26670" y="517499"/>
                </a:moveTo>
                <a:lnTo>
                  <a:pt x="0" y="517499"/>
                </a:lnTo>
                <a:lnTo>
                  <a:pt x="0" y="0"/>
                </a:lnTo>
                <a:lnTo>
                  <a:pt x="26670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708065" y="4238355"/>
            <a:ext cx="554" cy="355"/>
          </a:xfrm>
          <a:custGeom>
            <a:avLst/>
            <a:gdLst/>
            <a:ahLst/>
            <a:cxnLst/>
            <a:rect l="l" t="t" r="r" b="b"/>
            <a:pathLst>
              <a:path w="554" h="355">
                <a:moveTo>
                  <a:pt x="0" y="355"/>
                </a:moveTo>
                <a:lnTo>
                  <a:pt x="426" y="0"/>
                </a:lnTo>
                <a:lnTo>
                  <a:pt x="554" y="343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703891" y="4225486"/>
            <a:ext cx="10797" cy="25534"/>
          </a:xfrm>
          <a:custGeom>
            <a:avLst/>
            <a:gdLst/>
            <a:ahLst/>
            <a:cxnLst/>
            <a:rect l="l" t="t" r="r" b="b"/>
            <a:pathLst>
              <a:path w="10797" h="25534">
                <a:moveTo>
                  <a:pt x="1469" y="0"/>
                </a:moveTo>
                <a:lnTo>
                  <a:pt x="10797" y="24985"/>
                </a:lnTo>
                <a:lnTo>
                  <a:pt x="9328" y="25534"/>
                </a:lnTo>
                <a:lnTo>
                  <a:pt x="0" y="548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3445" y="4060544"/>
            <a:ext cx="889000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Yes</a:t>
            </a:r>
          </a:p>
        </p:txBody>
      </p:sp>
      <p:sp>
        <p:nvSpPr>
          <p:cNvPr id="11" name="Freeform 10"/>
          <p:cNvSpPr/>
          <p:nvPr/>
        </p:nvSpPr>
        <p:spPr>
          <a:xfrm>
            <a:off x="7483073" y="4238355"/>
            <a:ext cx="554" cy="354"/>
          </a:xfrm>
          <a:custGeom>
            <a:avLst/>
            <a:gdLst/>
            <a:ahLst/>
            <a:cxnLst/>
            <a:rect l="l" t="t" r="r" b="b"/>
            <a:pathLst>
              <a:path w="554" h="354">
                <a:moveTo>
                  <a:pt x="554" y="354"/>
                </a:moveTo>
                <a:lnTo>
                  <a:pt x="0" y="343"/>
                </a:lnTo>
                <a:lnTo>
                  <a:pt x="128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477005" y="4225486"/>
            <a:ext cx="10796" cy="25533"/>
          </a:xfrm>
          <a:custGeom>
            <a:avLst/>
            <a:gdLst/>
            <a:ahLst/>
            <a:cxnLst/>
            <a:rect l="l" t="t" r="r" b="b"/>
            <a:pathLst>
              <a:path w="10796" h="25533">
                <a:moveTo>
                  <a:pt x="0" y="24985"/>
                </a:moveTo>
                <a:lnTo>
                  <a:pt x="9328" y="0"/>
                </a:lnTo>
                <a:lnTo>
                  <a:pt x="10796" y="548"/>
                </a:lnTo>
                <a:lnTo>
                  <a:pt x="1468" y="25533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7048" y="4060544"/>
            <a:ext cx="889000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No</a:t>
            </a:r>
          </a:p>
        </p:txBody>
      </p:sp>
      <p:sp>
        <p:nvSpPr>
          <p:cNvPr id="14" name="Freeform 13"/>
          <p:cNvSpPr/>
          <p:nvPr/>
        </p:nvSpPr>
        <p:spPr>
          <a:xfrm>
            <a:off x="11102908" y="4709425"/>
            <a:ext cx="133350" cy="93345"/>
          </a:xfrm>
          <a:custGeom>
            <a:avLst/>
            <a:gdLst/>
            <a:ahLst/>
            <a:cxnLst/>
            <a:rect l="l" t="t" r="r" b="b"/>
            <a:pathLst>
              <a:path w="133350" h="93345">
                <a:moveTo>
                  <a:pt x="133350" y="46673"/>
                </a:moveTo>
                <a:lnTo>
                  <a:pt x="0" y="93345"/>
                </a:lnTo>
                <a:lnTo>
                  <a:pt x="0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348705" y="4742763"/>
            <a:ext cx="754203" cy="26670"/>
          </a:xfrm>
          <a:custGeom>
            <a:avLst/>
            <a:gdLst/>
            <a:ahLst/>
            <a:cxnLst/>
            <a:rect l="l" t="t" r="r" b="b"/>
            <a:pathLst>
              <a:path w="754203" h="26670">
                <a:moveTo>
                  <a:pt x="0" y="26670"/>
                </a:moveTo>
                <a:lnTo>
                  <a:pt x="0" y="0"/>
                </a:lnTo>
                <a:lnTo>
                  <a:pt x="754203" y="0"/>
                </a:lnTo>
                <a:lnTo>
                  <a:pt x="754203" y="2667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189585" y="2685084"/>
            <a:ext cx="93345" cy="133350"/>
          </a:xfrm>
          <a:custGeom>
            <a:avLst/>
            <a:gdLst/>
            <a:ahLst/>
            <a:cxnLst/>
            <a:rect l="l" t="t" r="r" b="b"/>
            <a:pathLst>
              <a:path w="93345" h="133350">
                <a:moveTo>
                  <a:pt x="46673" y="0"/>
                </a:moveTo>
                <a:lnTo>
                  <a:pt x="9334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222923" y="2818434"/>
            <a:ext cx="26670" cy="1937664"/>
          </a:xfrm>
          <a:custGeom>
            <a:avLst/>
            <a:gdLst/>
            <a:ahLst/>
            <a:cxnLst/>
            <a:rect l="l" t="t" r="r" b="b"/>
            <a:pathLst>
              <a:path w="26670" h="1937664">
                <a:moveTo>
                  <a:pt x="26670" y="1937664"/>
                </a:moveTo>
                <a:lnTo>
                  <a:pt x="0" y="1937664"/>
                </a:lnTo>
                <a:lnTo>
                  <a:pt x="0" y="0"/>
                </a:lnTo>
                <a:lnTo>
                  <a:pt x="26670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575102" y="2638411"/>
            <a:ext cx="133350" cy="93345"/>
          </a:xfrm>
          <a:custGeom>
            <a:avLst/>
            <a:gdLst/>
            <a:ahLst/>
            <a:cxnLst/>
            <a:rect l="l" t="t" r="r" b="b"/>
            <a:pathLst>
              <a:path w="133350" h="93345">
                <a:moveTo>
                  <a:pt x="0" y="46673"/>
                </a:moveTo>
                <a:lnTo>
                  <a:pt x="133350" y="0"/>
                </a:lnTo>
                <a:lnTo>
                  <a:pt x="133350" y="93345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708452" y="2671749"/>
            <a:ext cx="3527806" cy="26670"/>
          </a:xfrm>
          <a:custGeom>
            <a:avLst/>
            <a:gdLst/>
            <a:ahLst/>
            <a:cxnLst/>
            <a:rect l="l" t="t" r="r" b="b"/>
            <a:pathLst>
              <a:path w="3527806" h="26670">
                <a:moveTo>
                  <a:pt x="3527806" y="0"/>
                </a:moveTo>
                <a:lnTo>
                  <a:pt x="3527806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54055" y="3542791"/>
            <a:ext cx="889000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Retry</a:t>
            </a:r>
          </a:p>
        </p:txBody>
      </p:sp>
      <p:sp>
        <p:nvSpPr>
          <p:cNvPr id="21" name="Freeform 20"/>
          <p:cNvSpPr/>
          <p:nvPr/>
        </p:nvSpPr>
        <p:spPr>
          <a:xfrm>
            <a:off x="3275570" y="5451154"/>
            <a:ext cx="93345" cy="133350"/>
          </a:xfrm>
          <a:custGeom>
            <a:avLst/>
            <a:gdLst/>
            <a:ahLst/>
            <a:cxnLst/>
            <a:rect l="l" t="t" r="r" b="b"/>
            <a:pathLst>
              <a:path w="93345" h="133350">
                <a:moveTo>
                  <a:pt x="46673" y="133350"/>
                </a:moveTo>
                <a:lnTo>
                  <a:pt x="0" y="0"/>
                </a:lnTo>
                <a:lnTo>
                  <a:pt x="93345" y="0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308908" y="4963199"/>
            <a:ext cx="26670" cy="487955"/>
          </a:xfrm>
          <a:custGeom>
            <a:avLst/>
            <a:gdLst/>
            <a:ahLst/>
            <a:cxnLst/>
            <a:rect l="l" t="t" r="r" b="b"/>
            <a:pathLst>
              <a:path w="26670" h="487955">
                <a:moveTo>
                  <a:pt x="0" y="0"/>
                </a:moveTo>
                <a:lnTo>
                  <a:pt x="26670" y="0"/>
                </a:lnTo>
                <a:lnTo>
                  <a:pt x="26670" y="487955"/>
                </a:lnTo>
                <a:lnTo>
                  <a:pt x="0" y="487955"/>
                </a:lnTo>
                <a:close/>
              </a:path>
            </a:pathLst>
          </a:custGeom>
          <a:solidFill>
            <a:srgbClr val="33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6592" y="1442476"/>
            <a:ext cx="2958510" cy="414202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6592" y="1442476"/>
            <a:ext cx="2958510" cy="4142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ublic Sans"/>
              </a:rPr>
              <a:t>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6592" y="2477983"/>
            <a:ext cx="2958510" cy="414202"/>
          </a:xfrm>
          <a:prstGeom prst="rect">
            <a:avLst/>
          </a:prstGeom>
          <a:solidFill>
            <a:srgbClr val="ECF1F5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6592" y="2477983"/>
            <a:ext cx="2958510" cy="4142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Public Sans"/>
              </a:rPr>
              <a:t>Enter details</a:t>
            </a:r>
          </a:p>
        </p:txBody>
      </p:sp>
      <p:sp>
        <p:nvSpPr>
          <p:cNvPr id="27" name="Freeform 26"/>
          <p:cNvSpPr/>
          <p:nvPr/>
        </p:nvSpPr>
        <p:spPr>
          <a:xfrm>
            <a:off x="4468667" y="3451360"/>
            <a:ext cx="3254360" cy="538462"/>
          </a:xfrm>
          <a:custGeom>
            <a:avLst/>
            <a:gdLst/>
            <a:ahLst/>
            <a:cxnLst/>
            <a:rect l="l" t="t" r="r" b="b"/>
            <a:pathLst>
              <a:path w="3254360" h="538462">
                <a:moveTo>
                  <a:pt x="1627180" y="0"/>
                </a:moveTo>
                <a:lnTo>
                  <a:pt x="3254360" y="269231"/>
                </a:lnTo>
                <a:lnTo>
                  <a:pt x="1627180" y="538462"/>
                </a:lnTo>
                <a:lnTo>
                  <a:pt x="0" y="269231"/>
                </a:lnTo>
                <a:close/>
              </a:path>
            </a:pathLst>
          </a:custGeom>
          <a:solidFill>
            <a:srgbClr val="095856"/>
          </a:solidFill>
          <a:ln w="19050">
            <a:solidFill>
              <a:srgbClr val="0A5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9539" y="3585976"/>
            <a:ext cx="1952616" cy="26923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Valid?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42988" y="4548997"/>
            <a:ext cx="2958510" cy="414202"/>
          </a:xfrm>
          <a:prstGeom prst="rect">
            <a:avLst/>
          </a:prstGeom>
          <a:solidFill>
            <a:srgbClr val="ECF1F5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2988" y="4548997"/>
            <a:ext cx="2958510" cy="4142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Public Sans"/>
              </a:rPr>
              <a:t>Save to 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90195" y="4548997"/>
            <a:ext cx="2958510" cy="414202"/>
          </a:xfrm>
          <a:prstGeom prst="rect">
            <a:avLst/>
          </a:prstGeom>
          <a:solidFill>
            <a:srgbClr val="ECF1F5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0195" y="4548997"/>
            <a:ext cx="2958510" cy="4142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Public Sans"/>
              </a:rPr>
              <a:t>Show error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2988" y="5584504"/>
            <a:ext cx="2958510" cy="414202"/>
          </a:xfrm>
          <a:prstGeom prst="round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42988" y="5584504"/>
            <a:ext cx="2958510" cy="4142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ublic Sans"/>
              </a:rPr>
              <a:t>Done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