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User signup flow</a:t>
            </a:r>
          </a:p>
        </p:txBody>
      </p:sp>
      <p:sp>
        <p:nvSpPr>
          <p:cNvPr id="4" name="Freeform 3"/>
          <p:cNvSpPr/>
          <p:nvPr/>
        </p:nvSpPr>
        <p:spPr>
          <a:xfrm>
            <a:off x="6042507" y="2387233"/>
            <a:ext cx="106680" cy="152400"/>
          </a:xfrm>
          <a:custGeom>
            <a:avLst/>
            <a:gdLst/>
            <a:ahLst/>
            <a:cxnLst/>
            <a:rect l="l" t="t" r="r" b="b"/>
            <a:pathLst>
              <a:path w="106680" h="152400">
                <a:moveTo>
                  <a:pt x="53340" y="152400"/>
                </a:moveTo>
                <a:lnTo>
                  <a:pt x="0" y="0"/>
                </a:lnTo>
                <a:lnTo>
                  <a:pt x="106680" y="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080607" y="1928326"/>
            <a:ext cx="30480" cy="458907"/>
          </a:xfrm>
          <a:custGeom>
            <a:avLst/>
            <a:gdLst/>
            <a:ahLst/>
            <a:cxnLst/>
            <a:rect l="l" t="t" r="r" b="b"/>
            <a:pathLst>
              <a:path w="30480" h="458907">
                <a:moveTo>
                  <a:pt x="0" y="0"/>
                </a:moveTo>
                <a:lnTo>
                  <a:pt x="30480" y="0"/>
                </a:lnTo>
                <a:lnTo>
                  <a:pt x="30480" y="458907"/>
                </a:lnTo>
                <a:lnTo>
                  <a:pt x="0" y="458907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42507" y="2282991"/>
            <a:ext cx="106680" cy="152400"/>
          </a:xfrm>
          <a:custGeom>
            <a:avLst/>
            <a:gdLst/>
            <a:ahLst/>
            <a:cxnLst/>
            <a:rect l="l" t="t" r="r" b="b"/>
            <a:pathLst>
              <a:path w="106680" h="152400">
                <a:moveTo>
                  <a:pt x="53340" y="0"/>
                </a:moveTo>
                <a:lnTo>
                  <a:pt x="10668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80607" y="2435391"/>
            <a:ext cx="30480" cy="511779"/>
          </a:xfrm>
          <a:custGeom>
            <a:avLst/>
            <a:gdLst/>
            <a:ahLst/>
            <a:cxnLst/>
            <a:rect l="l" t="t" r="r" b="b"/>
            <a:pathLst>
              <a:path w="30480" h="511779">
                <a:moveTo>
                  <a:pt x="30480" y="511779"/>
                </a:moveTo>
                <a:lnTo>
                  <a:pt x="0" y="511779"/>
                </a:lnTo>
                <a:lnTo>
                  <a:pt x="0" y="0"/>
                </a:lnTo>
                <a:lnTo>
                  <a:pt x="30480" y="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4709800" y="4271030"/>
            <a:ext cx="979" cy="622"/>
          </a:xfrm>
          <a:custGeom>
            <a:avLst/>
            <a:gdLst/>
            <a:ahLst/>
            <a:cxnLst/>
            <a:rect l="l" t="t" r="r" b="b"/>
            <a:pathLst>
              <a:path w="979" h="622">
                <a:moveTo>
                  <a:pt x="979" y="0"/>
                </a:moveTo>
                <a:lnTo>
                  <a:pt x="224" y="622"/>
                </a:lnTo>
                <a:lnTo>
                  <a:pt x="0" y="15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702055" y="4257043"/>
            <a:ext cx="13112" cy="29567"/>
          </a:xfrm>
          <a:custGeom>
            <a:avLst/>
            <a:gdLst/>
            <a:ahLst/>
            <a:cxnLst/>
            <a:rect l="l" t="t" r="r" b="b"/>
            <a:pathLst>
              <a:path w="13112" h="29567">
                <a:moveTo>
                  <a:pt x="10509" y="29567"/>
                </a:moveTo>
                <a:lnTo>
                  <a:pt x="0" y="956"/>
                </a:lnTo>
                <a:lnTo>
                  <a:pt x="2602" y="0"/>
                </a:lnTo>
                <a:lnTo>
                  <a:pt x="13112" y="28611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2645" y="4068468"/>
            <a:ext cx="1016000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181514"/>
                </a:solidFill>
                <a:latin typeface="Newsreader"/>
              </a:rPr>
              <a:t>Yes</a:t>
            </a:r>
          </a:p>
        </p:txBody>
      </p:sp>
      <p:sp>
        <p:nvSpPr>
          <p:cNvPr id="11" name="Freeform 10"/>
          <p:cNvSpPr/>
          <p:nvPr/>
        </p:nvSpPr>
        <p:spPr>
          <a:xfrm>
            <a:off x="7480913" y="4271030"/>
            <a:ext cx="979" cy="622"/>
          </a:xfrm>
          <a:custGeom>
            <a:avLst/>
            <a:gdLst/>
            <a:ahLst/>
            <a:cxnLst/>
            <a:rect l="l" t="t" r="r" b="b"/>
            <a:pathLst>
              <a:path w="979" h="622">
                <a:moveTo>
                  <a:pt x="0" y="0"/>
                </a:moveTo>
                <a:lnTo>
                  <a:pt x="979" y="15"/>
                </a:lnTo>
                <a:lnTo>
                  <a:pt x="756" y="622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7476525" y="4257043"/>
            <a:ext cx="13113" cy="29567"/>
          </a:xfrm>
          <a:custGeom>
            <a:avLst/>
            <a:gdLst/>
            <a:ahLst/>
            <a:cxnLst/>
            <a:rect l="l" t="t" r="r" b="b"/>
            <a:pathLst>
              <a:path w="13113" h="29567">
                <a:moveTo>
                  <a:pt x="13113" y="957"/>
                </a:moveTo>
                <a:lnTo>
                  <a:pt x="2604" y="29567"/>
                </a:lnTo>
                <a:lnTo>
                  <a:pt x="0" y="28611"/>
                </a:lnTo>
                <a:lnTo>
                  <a:pt x="10510" y="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76248" y="4068468"/>
            <a:ext cx="1016000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181514"/>
                </a:solidFill>
                <a:latin typeface="Newsreader"/>
              </a:rPr>
              <a:t>No</a:t>
            </a:r>
          </a:p>
        </p:txBody>
      </p:sp>
      <p:sp>
        <p:nvSpPr>
          <p:cNvPr id="14" name="Freeform 13"/>
          <p:cNvSpPr/>
          <p:nvPr/>
        </p:nvSpPr>
        <p:spPr>
          <a:xfrm>
            <a:off x="11083858" y="4727750"/>
            <a:ext cx="152400" cy="106680"/>
          </a:xfrm>
          <a:custGeom>
            <a:avLst/>
            <a:gdLst/>
            <a:ahLst/>
            <a:cxnLst/>
            <a:rect l="l" t="t" r="r" b="b"/>
            <a:pathLst>
              <a:path w="152400" h="106680">
                <a:moveTo>
                  <a:pt x="152400" y="53340"/>
                </a:moveTo>
                <a:lnTo>
                  <a:pt x="0" y="106680"/>
                </a:lnTo>
                <a:lnTo>
                  <a:pt x="0" y="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0348705" y="4765850"/>
            <a:ext cx="735153" cy="30480"/>
          </a:xfrm>
          <a:custGeom>
            <a:avLst/>
            <a:gdLst/>
            <a:ahLst/>
            <a:cxnLst/>
            <a:rect l="l" t="t" r="r" b="b"/>
            <a:pathLst>
              <a:path w="735153" h="30480">
                <a:moveTo>
                  <a:pt x="0" y="30480"/>
                </a:moveTo>
                <a:lnTo>
                  <a:pt x="0" y="0"/>
                </a:lnTo>
                <a:lnTo>
                  <a:pt x="735153" y="0"/>
                </a:lnTo>
                <a:lnTo>
                  <a:pt x="735153" y="3048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1182918" y="2743402"/>
            <a:ext cx="106680" cy="152400"/>
          </a:xfrm>
          <a:custGeom>
            <a:avLst/>
            <a:gdLst/>
            <a:ahLst/>
            <a:cxnLst/>
            <a:rect l="l" t="t" r="r" b="b"/>
            <a:pathLst>
              <a:path w="106680" h="152400">
                <a:moveTo>
                  <a:pt x="53340" y="0"/>
                </a:moveTo>
                <a:lnTo>
                  <a:pt x="10668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221018" y="2895802"/>
            <a:ext cx="30480" cy="1885288"/>
          </a:xfrm>
          <a:custGeom>
            <a:avLst/>
            <a:gdLst/>
            <a:ahLst/>
            <a:cxnLst/>
            <a:rect l="l" t="t" r="r" b="b"/>
            <a:pathLst>
              <a:path w="30480" h="1885288">
                <a:moveTo>
                  <a:pt x="30480" y="1885288"/>
                </a:moveTo>
                <a:lnTo>
                  <a:pt x="0" y="1885288"/>
                </a:lnTo>
                <a:lnTo>
                  <a:pt x="0" y="0"/>
                </a:lnTo>
                <a:lnTo>
                  <a:pt x="30480" y="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575102" y="2690062"/>
            <a:ext cx="152400" cy="106680"/>
          </a:xfrm>
          <a:custGeom>
            <a:avLst/>
            <a:gdLst/>
            <a:ahLst/>
            <a:cxnLst/>
            <a:rect l="l" t="t" r="r" b="b"/>
            <a:pathLst>
              <a:path w="152400" h="106680">
                <a:moveTo>
                  <a:pt x="0" y="53340"/>
                </a:moveTo>
                <a:lnTo>
                  <a:pt x="152400" y="0"/>
                </a:lnTo>
                <a:lnTo>
                  <a:pt x="152400" y="10668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7727502" y="2728162"/>
            <a:ext cx="3508756" cy="30480"/>
          </a:xfrm>
          <a:custGeom>
            <a:avLst/>
            <a:gdLst/>
            <a:ahLst/>
            <a:cxnLst/>
            <a:rect l="l" t="t" r="r" b="b"/>
            <a:pathLst>
              <a:path w="3508756" h="30480">
                <a:moveTo>
                  <a:pt x="3508756" y="0"/>
                </a:moveTo>
                <a:lnTo>
                  <a:pt x="3508756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27055" y="3559046"/>
            <a:ext cx="1016000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181514"/>
                </a:solidFill>
                <a:latin typeface="Newsreader"/>
              </a:rPr>
              <a:t>Retry</a:t>
            </a:r>
          </a:p>
        </p:txBody>
      </p:sp>
      <p:sp>
        <p:nvSpPr>
          <p:cNvPr id="21" name="Freeform 20"/>
          <p:cNvSpPr/>
          <p:nvPr/>
        </p:nvSpPr>
        <p:spPr>
          <a:xfrm>
            <a:off x="3268903" y="5443765"/>
            <a:ext cx="106680" cy="152400"/>
          </a:xfrm>
          <a:custGeom>
            <a:avLst/>
            <a:gdLst/>
            <a:ahLst/>
            <a:cxnLst/>
            <a:rect l="l" t="t" r="r" b="b"/>
            <a:pathLst>
              <a:path w="106680" h="152400">
                <a:moveTo>
                  <a:pt x="53340" y="152400"/>
                </a:moveTo>
                <a:lnTo>
                  <a:pt x="0" y="0"/>
                </a:lnTo>
                <a:lnTo>
                  <a:pt x="106680" y="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307003" y="4984858"/>
            <a:ext cx="30480" cy="458907"/>
          </a:xfrm>
          <a:custGeom>
            <a:avLst/>
            <a:gdLst/>
            <a:ahLst/>
            <a:cxnLst/>
            <a:rect l="l" t="t" r="r" b="b"/>
            <a:pathLst>
              <a:path w="30480" h="458907">
                <a:moveTo>
                  <a:pt x="0" y="0"/>
                </a:moveTo>
                <a:lnTo>
                  <a:pt x="30480" y="0"/>
                </a:lnTo>
                <a:lnTo>
                  <a:pt x="30480" y="458907"/>
                </a:lnTo>
                <a:lnTo>
                  <a:pt x="0" y="458907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16592" y="1520790"/>
            <a:ext cx="2958510" cy="407537"/>
          </a:xfrm>
          <a:prstGeom prst="round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6592" y="1520790"/>
            <a:ext cx="2958510" cy="40753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6F1E8"/>
                </a:solidFill>
                <a:latin typeface="Newsreader"/>
              </a:rPr>
              <a:t>Start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6592" y="2539634"/>
            <a:ext cx="2958510" cy="407537"/>
          </a:xfrm>
          <a:prstGeom prst="rect">
            <a:avLst/>
          </a:prstGeom>
          <a:solidFill>
            <a:srgbClr val="EEE1DA"/>
          </a:solidFill>
          <a:ln w="19050">
            <a:solidFill>
              <a:srgbClr val="804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6592" y="2539634"/>
            <a:ext cx="2958510" cy="40753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0">
                <a:solidFill>
                  <a:srgbClr val="181514"/>
                </a:solidFill>
                <a:latin typeface="Newsreader"/>
              </a:rPr>
              <a:t>Enter details</a:t>
            </a:r>
          </a:p>
        </p:txBody>
      </p:sp>
      <p:sp>
        <p:nvSpPr>
          <p:cNvPr id="27" name="Freeform 26"/>
          <p:cNvSpPr/>
          <p:nvPr/>
        </p:nvSpPr>
        <p:spPr>
          <a:xfrm>
            <a:off x="4468667" y="3497347"/>
            <a:ext cx="3254360" cy="529798"/>
          </a:xfrm>
          <a:custGeom>
            <a:avLst/>
            <a:gdLst/>
            <a:ahLst/>
            <a:cxnLst/>
            <a:rect l="l" t="t" r="r" b="b"/>
            <a:pathLst>
              <a:path w="3254360" h="529798">
                <a:moveTo>
                  <a:pt x="1627180" y="0"/>
                </a:moveTo>
                <a:lnTo>
                  <a:pt x="3254360" y="264899"/>
                </a:lnTo>
                <a:lnTo>
                  <a:pt x="1627180" y="529798"/>
                </a:lnTo>
                <a:lnTo>
                  <a:pt x="0" y="264899"/>
                </a:lnTo>
                <a:close/>
              </a:path>
            </a:pathLst>
          </a:custGeom>
          <a:solidFill>
            <a:srgbClr val="964917"/>
          </a:solidFill>
          <a:ln w="19050">
            <a:solidFill>
              <a:srgbClr val="944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9539" y="3629797"/>
            <a:ext cx="1952616" cy="264899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6F1E8"/>
                </a:solidFill>
                <a:latin typeface="Newsreader"/>
              </a:rPr>
              <a:t>Valid?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42988" y="4577322"/>
            <a:ext cx="2958510" cy="407537"/>
          </a:xfrm>
          <a:prstGeom prst="rect">
            <a:avLst/>
          </a:prstGeom>
          <a:solidFill>
            <a:srgbClr val="EEE1DA"/>
          </a:solidFill>
          <a:ln w="19050">
            <a:solidFill>
              <a:srgbClr val="804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42988" y="4577322"/>
            <a:ext cx="2958510" cy="40753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0">
                <a:solidFill>
                  <a:srgbClr val="181514"/>
                </a:solidFill>
                <a:latin typeface="Newsreader"/>
              </a:rPr>
              <a:t>Save to 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90195" y="4577322"/>
            <a:ext cx="2958510" cy="407537"/>
          </a:xfrm>
          <a:prstGeom prst="rect">
            <a:avLst/>
          </a:prstGeom>
          <a:solidFill>
            <a:srgbClr val="EEE1DA"/>
          </a:solidFill>
          <a:ln w="19050">
            <a:solidFill>
              <a:srgbClr val="804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90195" y="4577322"/>
            <a:ext cx="2958510" cy="40753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0">
                <a:solidFill>
                  <a:srgbClr val="181514"/>
                </a:solidFill>
                <a:latin typeface="Newsreader"/>
              </a:rPr>
              <a:t>Show error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42988" y="5596166"/>
            <a:ext cx="2958510" cy="407537"/>
          </a:xfrm>
          <a:prstGeom prst="round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42988" y="5596166"/>
            <a:ext cx="2958510" cy="40753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6F1E8"/>
                </a:solidFill>
                <a:latin typeface="Newsreader"/>
              </a:rPr>
              <a:t>Done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