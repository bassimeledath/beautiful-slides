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Complex CI/CD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6065843" y="19594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78702" y="17022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65843" y="26452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78702" y="23880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065843" y="33310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78702" y="30738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035839" y="2794777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078702" y="2966227"/>
            <a:ext cx="34290" cy="793455"/>
          </a:xfrm>
          <a:custGeom>
            <a:avLst/>
            <a:gdLst/>
            <a:ahLst/>
            <a:cxnLst/>
            <a:rect l="l" t="t" r="r" b="b"/>
            <a:pathLst>
              <a:path w="34290" h="793455">
                <a:moveTo>
                  <a:pt x="34290" y="793455"/>
                </a:moveTo>
                <a:lnTo>
                  <a:pt x="0" y="793455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035839" y="4788382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078702" y="4959832"/>
            <a:ext cx="34290" cy="793455"/>
          </a:xfrm>
          <a:custGeom>
            <a:avLst/>
            <a:gdLst/>
            <a:ahLst/>
            <a:cxnLst/>
            <a:rect l="l" t="t" r="r" b="b"/>
            <a:pathLst>
              <a:path w="34290" h="793455">
                <a:moveTo>
                  <a:pt x="34290" y="793455"/>
                </a:moveTo>
                <a:lnTo>
                  <a:pt x="0" y="793455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8647" y="504223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Yes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65843" y="53884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078702" y="51312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77135" y="5603240"/>
            <a:ext cx="37423" cy="53460"/>
          </a:xfrm>
          <a:custGeom>
            <a:avLst/>
            <a:gdLst/>
            <a:ahLst/>
            <a:cxnLst/>
            <a:rect l="l" t="t" r="r" b="b"/>
            <a:pathLst>
              <a:path w="37423" h="53460">
                <a:moveTo>
                  <a:pt x="18712" y="0"/>
                </a:moveTo>
                <a:lnTo>
                  <a:pt x="37423" y="53460"/>
                </a:lnTo>
                <a:lnTo>
                  <a:pt x="0" y="5346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078702" y="5656700"/>
            <a:ext cx="34290" cy="160382"/>
          </a:xfrm>
          <a:custGeom>
            <a:avLst/>
            <a:gdLst/>
            <a:ahLst/>
            <a:cxnLst/>
            <a:rect l="l" t="t" r="r" b="b"/>
            <a:pathLst>
              <a:path w="34290" h="160382">
                <a:moveTo>
                  <a:pt x="34290" y="160382"/>
                </a:moveTo>
                <a:lnTo>
                  <a:pt x="0" y="160382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6592" y="1359382"/>
            <a:ext cx="2958510" cy="342900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6592" y="13593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5070A"/>
                </a:solidFill>
                <a:latin typeface="Manrope"/>
              </a:rPr>
              <a:t>Push to 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6592" y="2045182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6592" y="20451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Lint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6592" y="2730982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27309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Unit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3416782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34167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Build container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4051147"/>
            <a:ext cx="3254360" cy="445770"/>
          </a:xfrm>
          <a:custGeom>
            <a:avLst/>
            <a:gdLst/>
            <a:ahLst/>
            <a:cxnLst/>
            <a:rect l="l" t="t" r="r" b="b"/>
            <a:pathLst>
              <a:path w="3254360" h="445770">
                <a:moveTo>
                  <a:pt x="1627180" y="0"/>
                </a:moveTo>
                <a:lnTo>
                  <a:pt x="3254360" y="222885"/>
                </a:lnTo>
                <a:lnTo>
                  <a:pt x="1627180" y="445770"/>
                </a:lnTo>
                <a:lnTo>
                  <a:pt x="0" y="222885"/>
                </a:lnTo>
                <a:close/>
              </a:path>
            </a:pathLst>
          </a:custGeom>
          <a:solidFill>
            <a:srgbClr val="1BC1AB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4162590"/>
            <a:ext cx="1952616" cy="2228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05070A"/>
                </a:solidFill>
                <a:latin typeface="Manrope"/>
              </a:rPr>
              <a:t>Passes?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6592" y="4788382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6592" y="47883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Deploy staging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6592" y="5474182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6592" y="54741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Integration tests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Manual review</a:t>
            </a:r>
          </a:p>
        </p:txBody>
      </p:sp>
      <p:sp>
        <p:nvSpPr>
          <p:cNvPr id="35" name="Freeform 34"/>
          <p:cNvSpPr/>
          <p:nvPr/>
        </p:nvSpPr>
        <p:spPr>
          <a:xfrm>
            <a:off x="4468667" y="5551805"/>
            <a:ext cx="3254360" cy="445770"/>
          </a:xfrm>
          <a:custGeom>
            <a:avLst/>
            <a:gdLst/>
            <a:ahLst/>
            <a:cxnLst/>
            <a:rect l="l" t="t" r="r" b="b"/>
            <a:pathLst>
              <a:path w="3254360" h="445770">
                <a:moveTo>
                  <a:pt x="1627180" y="0"/>
                </a:moveTo>
                <a:lnTo>
                  <a:pt x="3254360" y="222885"/>
                </a:lnTo>
                <a:lnTo>
                  <a:pt x="1627180" y="445770"/>
                </a:lnTo>
                <a:lnTo>
                  <a:pt x="0" y="222885"/>
                </a:lnTo>
                <a:close/>
              </a:path>
            </a:pathLst>
          </a:custGeom>
          <a:solidFill>
            <a:srgbClr val="20D0ED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9539" y="5663248"/>
            <a:ext cx="1952616" cy="2228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05070A"/>
                </a:solidFill>
                <a:latin typeface="Manrope"/>
              </a:rPr>
              <a:t>Approved?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F5F7FA"/>
                </a:solidFill>
                <a:latin typeface="Manrope"/>
              </a:rPr>
              <a:t>Deploy 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46140"/>
            <a:ext cx="11094415" cy="3632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+3 more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