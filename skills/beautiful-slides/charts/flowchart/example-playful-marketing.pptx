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User signup flow</a:t>
            </a:r>
          </a:p>
        </p:txBody>
      </p:sp>
      <p:sp>
        <p:nvSpPr>
          <p:cNvPr id="4" name="Freeform 3"/>
          <p:cNvSpPr/>
          <p:nvPr/>
        </p:nvSpPr>
        <p:spPr>
          <a:xfrm>
            <a:off x="6044160" y="2448305"/>
            <a:ext cx="103373" cy="147676"/>
          </a:xfrm>
          <a:custGeom>
            <a:avLst/>
            <a:gdLst/>
            <a:ahLst/>
            <a:cxnLst/>
            <a:rect l="l" t="t" r="r" b="b"/>
            <a:pathLst>
              <a:path w="103373" h="147676">
                <a:moveTo>
                  <a:pt x="51687" y="147676"/>
                </a:moveTo>
                <a:lnTo>
                  <a:pt x="0" y="0"/>
                </a:lnTo>
                <a:lnTo>
                  <a:pt x="103373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78702" y="2005279"/>
            <a:ext cx="34290" cy="443026"/>
          </a:xfrm>
          <a:custGeom>
            <a:avLst/>
            <a:gdLst/>
            <a:ahLst/>
            <a:cxnLst/>
            <a:rect l="l" t="t" r="r" b="b"/>
            <a:pathLst>
              <a:path w="34290" h="443026">
                <a:moveTo>
                  <a:pt x="0" y="0"/>
                </a:moveTo>
                <a:lnTo>
                  <a:pt x="34290" y="0"/>
                </a:lnTo>
                <a:lnTo>
                  <a:pt x="34290" y="443026"/>
                </a:lnTo>
                <a:lnTo>
                  <a:pt x="0" y="443026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36100" y="2324648"/>
            <a:ext cx="119493" cy="170703"/>
          </a:xfrm>
          <a:custGeom>
            <a:avLst/>
            <a:gdLst/>
            <a:ahLst/>
            <a:cxnLst/>
            <a:rect l="l" t="t" r="r" b="b"/>
            <a:pathLst>
              <a:path w="119493" h="170703">
                <a:moveTo>
                  <a:pt x="59747" y="0"/>
                </a:moveTo>
                <a:lnTo>
                  <a:pt x="119493" y="170703"/>
                </a:lnTo>
                <a:lnTo>
                  <a:pt x="0" y="170703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78702" y="2495351"/>
            <a:ext cx="34290" cy="512110"/>
          </a:xfrm>
          <a:custGeom>
            <a:avLst/>
            <a:gdLst/>
            <a:ahLst/>
            <a:cxnLst/>
            <a:rect l="l" t="t" r="r" b="b"/>
            <a:pathLst>
              <a:path w="34290" h="512110">
                <a:moveTo>
                  <a:pt x="34290" y="512110"/>
                </a:moveTo>
                <a:lnTo>
                  <a:pt x="0" y="512110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710975" y="4303396"/>
            <a:ext cx="2490" cy="1572"/>
          </a:xfrm>
          <a:custGeom>
            <a:avLst/>
            <a:gdLst/>
            <a:ahLst/>
            <a:cxnLst/>
            <a:rect l="l" t="t" r="r" b="b"/>
            <a:pathLst>
              <a:path w="2490" h="1572">
                <a:moveTo>
                  <a:pt x="2490" y="0"/>
                </a:moveTo>
                <a:lnTo>
                  <a:pt x="559" y="1572"/>
                </a:lnTo>
                <a:lnTo>
                  <a:pt x="0" y="25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698798" y="4288070"/>
            <a:ext cx="18283" cy="34645"/>
          </a:xfrm>
          <a:custGeom>
            <a:avLst/>
            <a:gdLst/>
            <a:ahLst/>
            <a:cxnLst/>
            <a:rect l="l" t="t" r="r" b="b"/>
            <a:pathLst>
              <a:path w="18283" h="34645">
                <a:moveTo>
                  <a:pt x="11652" y="34645"/>
                </a:moveTo>
                <a:lnTo>
                  <a:pt x="0" y="2396"/>
                </a:lnTo>
                <a:lnTo>
                  <a:pt x="6630" y="0"/>
                </a:lnTo>
                <a:lnTo>
                  <a:pt x="18283" y="3225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845" y="4076394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Yes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7478227" y="4303396"/>
            <a:ext cx="2490" cy="1572"/>
          </a:xfrm>
          <a:custGeom>
            <a:avLst/>
            <a:gdLst/>
            <a:ahLst/>
            <a:cxnLst/>
            <a:rect l="l" t="t" r="r" b="b"/>
            <a:pathLst>
              <a:path w="2490" h="1572">
                <a:moveTo>
                  <a:pt x="0" y="0"/>
                </a:moveTo>
                <a:lnTo>
                  <a:pt x="2490" y="25"/>
                </a:lnTo>
                <a:lnTo>
                  <a:pt x="1931" y="1572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74611" y="4288070"/>
            <a:ext cx="18284" cy="34646"/>
          </a:xfrm>
          <a:custGeom>
            <a:avLst/>
            <a:gdLst/>
            <a:ahLst/>
            <a:cxnLst/>
            <a:rect l="l" t="t" r="r" b="b"/>
            <a:pathLst>
              <a:path w="18284" h="34646">
                <a:moveTo>
                  <a:pt x="18284" y="2396"/>
                </a:moveTo>
                <a:lnTo>
                  <a:pt x="6632" y="34646"/>
                </a:lnTo>
                <a:lnTo>
                  <a:pt x="0" y="32249"/>
                </a:lnTo>
                <a:lnTo>
                  <a:pt x="11653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5448" y="4076394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No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064808" y="4746077"/>
            <a:ext cx="171450" cy="120015"/>
          </a:xfrm>
          <a:custGeom>
            <a:avLst/>
            <a:gdLst/>
            <a:ahLst/>
            <a:cxnLst/>
            <a:rect l="l" t="t" r="r" b="b"/>
            <a:pathLst>
              <a:path w="171450" h="120015">
                <a:moveTo>
                  <a:pt x="171450" y="60008"/>
                </a:moveTo>
                <a:lnTo>
                  <a:pt x="0" y="120015"/>
                </a:lnTo>
                <a:lnTo>
                  <a:pt x="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48705" y="4788940"/>
            <a:ext cx="716103" cy="34290"/>
          </a:xfrm>
          <a:custGeom>
            <a:avLst/>
            <a:gdLst/>
            <a:ahLst/>
            <a:cxnLst/>
            <a:rect l="l" t="t" r="r" b="b"/>
            <a:pathLst>
              <a:path w="716103" h="34290">
                <a:moveTo>
                  <a:pt x="0" y="34290"/>
                </a:moveTo>
                <a:lnTo>
                  <a:pt x="0" y="0"/>
                </a:lnTo>
                <a:lnTo>
                  <a:pt x="716103" y="0"/>
                </a:lnTo>
                <a:lnTo>
                  <a:pt x="716103" y="3429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176250" y="2801721"/>
            <a:ext cx="120015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60008" y="0"/>
                </a:moveTo>
                <a:lnTo>
                  <a:pt x="12001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19113" y="2973171"/>
            <a:ext cx="34290" cy="1832914"/>
          </a:xfrm>
          <a:custGeom>
            <a:avLst/>
            <a:gdLst/>
            <a:ahLst/>
            <a:cxnLst/>
            <a:rect l="l" t="t" r="r" b="b"/>
            <a:pathLst>
              <a:path w="34290" h="1832914">
                <a:moveTo>
                  <a:pt x="34290" y="1832914"/>
                </a:moveTo>
                <a:lnTo>
                  <a:pt x="0" y="1832914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575102" y="2741713"/>
            <a:ext cx="171450" cy="120015"/>
          </a:xfrm>
          <a:custGeom>
            <a:avLst/>
            <a:gdLst/>
            <a:ahLst/>
            <a:cxnLst/>
            <a:rect l="l" t="t" r="r" b="b"/>
            <a:pathLst>
              <a:path w="171450" h="120015">
                <a:moveTo>
                  <a:pt x="0" y="60008"/>
                </a:moveTo>
                <a:lnTo>
                  <a:pt x="171450" y="0"/>
                </a:lnTo>
                <a:lnTo>
                  <a:pt x="171450" y="120015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746552" y="2784576"/>
            <a:ext cx="3489706" cy="34290"/>
          </a:xfrm>
          <a:custGeom>
            <a:avLst/>
            <a:gdLst/>
            <a:ahLst/>
            <a:cxnLst/>
            <a:rect l="l" t="t" r="r" b="b"/>
            <a:pathLst>
              <a:path w="3489706" h="34290">
                <a:moveTo>
                  <a:pt x="3489706" y="0"/>
                </a:moveTo>
                <a:lnTo>
                  <a:pt x="348970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00055" y="3575303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Retry</a:t>
            </a:r>
          </a:p>
        </p:txBody>
      </p:sp>
      <p:sp>
        <p:nvSpPr>
          <p:cNvPr id="21" name="Freeform 20"/>
          <p:cNvSpPr/>
          <p:nvPr/>
        </p:nvSpPr>
        <p:spPr>
          <a:xfrm>
            <a:off x="3270556" y="5454851"/>
            <a:ext cx="103373" cy="147676"/>
          </a:xfrm>
          <a:custGeom>
            <a:avLst/>
            <a:gdLst/>
            <a:ahLst/>
            <a:cxnLst/>
            <a:rect l="l" t="t" r="r" b="b"/>
            <a:pathLst>
              <a:path w="103373" h="147676">
                <a:moveTo>
                  <a:pt x="51687" y="147676"/>
                </a:moveTo>
                <a:lnTo>
                  <a:pt x="0" y="0"/>
                </a:lnTo>
                <a:lnTo>
                  <a:pt x="103373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305098" y="5011825"/>
            <a:ext cx="34290" cy="443026"/>
          </a:xfrm>
          <a:custGeom>
            <a:avLst/>
            <a:gdLst/>
            <a:ahLst/>
            <a:cxnLst/>
            <a:rect l="l" t="t" r="r" b="b"/>
            <a:pathLst>
              <a:path w="34290" h="443026">
                <a:moveTo>
                  <a:pt x="0" y="0"/>
                </a:moveTo>
                <a:lnTo>
                  <a:pt x="34290" y="0"/>
                </a:lnTo>
                <a:lnTo>
                  <a:pt x="34290" y="443026"/>
                </a:lnTo>
                <a:lnTo>
                  <a:pt x="0" y="443026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6592" y="1593799"/>
            <a:ext cx="2958510" cy="41148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593799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4EB"/>
                </a:solidFill>
                <a:latin typeface="Plus Jakarta Sans"/>
              </a:rPr>
              <a:t>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595981"/>
            <a:ext cx="2958510" cy="41148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595981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1B1B1F"/>
                </a:solidFill>
                <a:latin typeface="Plus Jakarta Sans"/>
              </a:rPr>
              <a:t>Enter details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3536441"/>
            <a:ext cx="3254360" cy="534924"/>
          </a:xfrm>
          <a:custGeom>
            <a:avLst/>
            <a:gdLst/>
            <a:ahLst/>
            <a:cxnLst/>
            <a:rect l="l" t="t" r="r" b="b"/>
            <a:pathLst>
              <a:path w="3254360" h="534924">
                <a:moveTo>
                  <a:pt x="1627180" y="0"/>
                </a:moveTo>
                <a:lnTo>
                  <a:pt x="3254360" y="267462"/>
                </a:lnTo>
                <a:lnTo>
                  <a:pt x="1627180" y="534924"/>
                </a:lnTo>
                <a:lnTo>
                  <a:pt x="0" y="267462"/>
                </a:lnTo>
                <a:close/>
              </a:path>
            </a:pathLst>
          </a:custGeom>
          <a:solidFill>
            <a:srgbClr val="6C9C5E"/>
          </a:solidFill>
          <a:ln w="19050">
            <a:solidFill>
              <a:srgbClr val="849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3670172"/>
            <a:ext cx="1952616" cy="26746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4EB"/>
                </a:solidFill>
                <a:latin typeface="Plus Jakarta Sans"/>
              </a:rPr>
              <a:t>Valid?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2988" y="4600345"/>
            <a:ext cx="2958510" cy="41148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2988" y="4600345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1B1B1F"/>
                </a:solidFill>
                <a:latin typeface="Plus Jakarta Sans"/>
              </a:rPr>
              <a:t>Save to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0195" y="4600345"/>
            <a:ext cx="2958510" cy="41148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0195" y="4600345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1B1B1F"/>
                </a:solidFill>
                <a:latin typeface="Plus Jakarta Sans"/>
              </a:rPr>
              <a:t>Show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2988" y="5602527"/>
            <a:ext cx="2958510" cy="411480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2988" y="5602527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4EB"/>
                </a:solidFill>
                <a:latin typeface="Plus Jakarta Sans"/>
              </a:rP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