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Complex CI/CD pipeline</a:t>
            </a:r>
          </a:p>
        </p:txBody>
      </p:sp>
      <p:sp>
        <p:nvSpPr>
          <p:cNvPr id="4" name="Freeform 3"/>
          <p:cNvSpPr/>
          <p:nvPr/>
        </p:nvSpPr>
        <p:spPr>
          <a:xfrm>
            <a:off x="6072510" y="1710105"/>
            <a:ext cx="46673" cy="66675"/>
          </a:xfrm>
          <a:custGeom>
            <a:avLst/>
            <a:gdLst/>
            <a:ahLst/>
            <a:cxnLst/>
            <a:rect l="l" t="t" r="r" b="b"/>
            <a:pathLst>
              <a:path w="46673" h="66675">
                <a:moveTo>
                  <a:pt x="23337" y="66675"/>
                </a:moveTo>
                <a:lnTo>
                  <a:pt x="0" y="0"/>
                </a:lnTo>
                <a:lnTo>
                  <a:pt x="46673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82512" y="1510080"/>
            <a:ext cx="26670" cy="200025"/>
          </a:xfrm>
          <a:custGeom>
            <a:avLst/>
            <a:gdLst/>
            <a:ahLst/>
            <a:cxnLst/>
            <a:rect l="l" t="t" r="r" b="b"/>
            <a:pathLst>
              <a:path w="26670" h="200025">
                <a:moveTo>
                  <a:pt x="0" y="0"/>
                </a:moveTo>
                <a:lnTo>
                  <a:pt x="26670" y="0"/>
                </a:lnTo>
                <a:lnTo>
                  <a:pt x="2667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72510" y="2243505"/>
            <a:ext cx="46673" cy="66675"/>
          </a:xfrm>
          <a:custGeom>
            <a:avLst/>
            <a:gdLst/>
            <a:ahLst/>
            <a:cxnLst/>
            <a:rect l="l" t="t" r="r" b="b"/>
            <a:pathLst>
              <a:path w="46673" h="66675">
                <a:moveTo>
                  <a:pt x="23337" y="66675"/>
                </a:moveTo>
                <a:lnTo>
                  <a:pt x="0" y="0"/>
                </a:lnTo>
                <a:lnTo>
                  <a:pt x="46673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82512" y="2043480"/>
            <a:ext cx="26670" cy="200025"/>
          </a:xfrm>
          <a:custGeom>
            <a:avLst/>
            <a:gdLst/>
            <a:ahLst/>
            <a:cxnLst/>
            <a:rect l="l" t="t" r="r" b="b"/>
            <a:pathLst>
              <a:path w="26670" h="200025">
                <a:moveTo>
                  <a:pt x="0" y="0"/>
                </a:moveTo>
                <a:lnTo>
                  <a:pt x="26670" y="0"/>
                </a:lnTo>
                <a:lnTo>
                  <a:pt x="2667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072510" y="2776905"/>
            <a:ext cx="46673" cy="66675"/>
          </a:xfrm>
          <a:custGeom>
            <a:avLst/>
            <a:gdLst/>
            <a:ahLst/>
            <a:cxnLst/>
            <a:rect l="l" t="t" r="r" b="b"/>
            <a:pathLst>
              <a:path w="46673" h="66675">
                <a:moveTo>
                  <a:pt x="23337" y="66675"/>
                </a:moveTo>
                <a:lnTo>
                  <a:pt x="0" y="0"/>
                </a:lnTo>
                <a:lnTo>
                  <a:pt x="46673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082512" y="2576880"/>
            <a:ext cx="26670" cy="200025"/>
          </a:xfrm>
          <a:custGeom>
            <a:avLst/>
            <a:gdLst/>
            <a:ahLst/>
            <a:cxnLst/>
            <a:rect l="l" t="t" r="r" b="b"/>
            <a:pathLst>
              <a:path w="26670" h="200025">
                <a:moveTo>
                  <a:pt x="0" y="0"/>
                </a:moveTo>
                <a:lnTo>
                  <a:pt x="26670" y="0"/>
                </a:lnTo>
                <a:lnTo>
                  <a:pt x="2667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049174" y="2031075"/>
            <a:ext cx="93345" cy="133350"/>
          </a:xfrm>
          <a:custGeom>
            <a:avLst/>
            <a:gdLst/>
            <a:ahLst/>
            <a:cxnLst/>
            <a:rect l="l" t="t" r="r" b="b"/>
            <a:pathLst>
              <a:path w="93345" h="133350">
                <a:moveTo>
                  <a:pt x="46673" y="0"/>
                </a:moveTo>
                <a:lnTo>
                  <a:pt x="9334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082512" y="2164425"/>
            <a:ext cx="26670" cy="945855"/>
          </a:xfrm>
          <a:custGeom>
            <a:avLst/>
            <a:gdLst/>
            <a:ahLst/>
            <a:cxnLst/>
            <a:rect l="l" t="t" r="r" b="b"/>
            <a:pathLst>
              <a:path w="26670" h="945855">
                <a:moveTo>
                  <a:pt x="26670" y="945855"/>
                </a:moveTo>
                <a:lnTo>
                  <a:pt x="0" y="945855"/>
                </a:lnTo>
                <a:lnTo>
                  <a:pt x="0" y="0"/>
                </a:lnTo>
                <a:lnTo>
                  <a:pt x="2667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049174" y="3910380"/>
            <a:ext cx="93345" cy="133350"/>
          </a:xfrm>
          <a:custGeom>
            <a:avLst/>
            <a:gdLst/>
            <a:ahLst/>
            <a:cxnLst/>
            <a:rect l="l" t="t" r="r" b="b"/>
            <a:pathLst>
              <a:path w="93345" h="133350">
                <a:moveTo>
                  <a:pt x="46673" y="0"/>
                </a:moveTo>
                <a:lnTo>
                  <a:pt x="9334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082512" y="4043730"/>
            <a:ext cx="26670" cy="945855"/>
          </a:xfrm>
          <a:custGeom>
            <a:avLst/>
            <a:gdLst/>
            <a:ahLst/>
            <a:cxnLst/>
            <a:rect l="l" t="t" r="r" b="b"/>
            <a:pathLst>
              <a:path w="26670" h="945855">
                <a:moveTo>
                  <a:pt x="26670" y="945855"/>
                </a:moveTo>
                <a:lnTo>
                  <a:pt x="0" y="945855"/>
                </a:lnTo>
                <a:lnTo>
                  <a:pt x="0" y="0"/>
                </a:lnTo>
                <a:lnTo>
                  <a:pt x="2667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0247" y="4272182"/>
            <a:ext cx="889000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Yes</a:t>
            </a:r>
          </a:p>
        </p:txBody>
      </p:sp>
      <p:sp>
        <p:nvSpPr>
          <p:cNvPr id="15" name="Freeform 14"/>
          <p:cNvSpPr/>
          <p:nvPr/>
        </p:nvSpPr>
        <p:spPr>
          <a:xfrm>
            <a:off x="6072510" y="4377105"/>
            <a:ext cx="46673" cy="66675"/>
          </a:xfrm>
          <a:custGeom>
            <a:avLst/>
            <a:gdLst/>
            <a:ahLst/>
            <a:cxnLst/>
            <a:rect l="l" t="t" r="r" b="b"/>
            <a:pathLst>
              <a:path w="46673" h="66675">
                <a:moveTo>
                  <a:pt x="23337" y="66675"/>
                </a:moveTo>
                <a:lnTo>
                  <a:pt x="0" y="0"/>
                </a:lnTo>
                <a:lnTo>
                  <a:pt x="46673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082512" y="4177080"/>
            <a:ext cx="26670" cy="200025"/>
          </a:xfrm>
          <a:custGeom>
            <a:avLst/>
            <a:gdLst/>
            <a:ahLst/>
            <a:cxnLst/>
            <a:rect l="l" t="t" r="r" b="b"/>
            <a:pathLst>
              <a:path w="26670" h="200025">
                <a:moveTo>
                  <a:pt x="0" y="0"/>
                </a:moveTo>
                <a:lnTo>
                  <a:pt x="26670" y="0"/>
                </a:lnTo>
                <a:lnTo>
                  <a:pt x="2667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072510" y="4910505"/>
            <a:ext cx="46673" cy="66675"/>
          </a:xfrm>
          <a:custGeom>
            <a:avLst/>
            <a:gdLst/>
            <a:ahLst/>
            <a:cxnLst/>
            <a:rect l="l" t="t" r="r" b="b"/>
            <a:pathLst>
              <a:path w="46673" h="66675">
                <a:moveTo>
                  <a:pt x="23337" y="66675"/>
                </a:moveTo>
                <a:lnTo>
                  <a:pt x="0" y="0"/>
                </a:lnTo>
                <a:lnTo>
                  <a:pt x="46673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082512" y="4710480"/>
            <a:ext cx="26670" cy="200025"/>
          </a:xfrm>
          <a:custGeom>
            <a:avLst/>
            <a:gdLst/>
            <a:ahLst/>
            <a:cxnLst/>
            <a:rect l="l" t="t" r="r" b="b"/>
            <a:pathLst>
              <a:path w="26670" h="200025">
                <a:moveTo>
                  <a:pt x="0" y="0"/>
                </a:moveTo>
                <a:lnTo>
                  <a:pt x="26670" y="0"/>
                </a:lnTo>
                <a:lnTo>
                  <a:pt x="2667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049174" y="4164675"/>
            <a:ext cx="93345" cy="133350"/>
          </a:xfrm>
          <a:custGeom>
            <a:avLst/>
            <a:gdLst/>
            <a:ahLst/>
            <a:cxnLst/>
            <a:rect l="l" t="t" r="r" b="b"/>
            <a:pathLst>
              <a:path w="93345" h="133350">
                <a:moveTo>
                  <a:pt x="46673" y="0"/>
                </a:moveTo>
                <a:lnTo>
                  <a:pt x="9334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82512" y="4298025"/>
            <a:ext cx="26670" cy="945855"/>
          </a:xfrm>
          <a:custGeom>
            <a:avLst/>
            <a:gdLst/>
            <a:ahLst/>
            <a:cxnLst/>
            <a:rect l="l" t="t" r="r" b="b"/>
            <a:pathLst>
              <a:path w="26670" h="945855">
                <a:moveTo>
                  <a:pt x="26670" y="945855"/>
                </a:moveTo>
                <a:lnTo>
                  <a:pt x="0" y="945855"/>
                </a:lnTo>
                <a:lnTo>
                  <a:pt x="0" y="0"/>
                </a:lnTo>
                <a:lnTo>
                  <a:pt x="2667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062065" y="5763260"/>
            <a:ext cx="67564" cy="96520"/>
          </a:xfrm>
          <a:custGeom>
            <a:avLst/>
            <a:gdLst/>
            <a:ahLst/>
            <a:cxnLst/>
            <a:rect l="l" t="t" r="r" b="b"/>
            <a:pathLst>
              <a:path w="67564" h="96520">
                <a:moveTo>
                  <a:pt x="33782" y="0"/>
                </a:moveTo>
                <a:lnTo>
                  <a:pt x="67564" y="96520"/>
                </a:lnTo>
                <a:lnTo>
                  <a:pt x="0" y="9652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082512" y="5859780"/>
            <a:ext cx="26670" cy="289560"/>
          </a:xfrm>
          <a:custGeom>
            <a:avLst/>
            <a:gdLst/>
            <a:ahLst/>
            <a:cxnLst/>
            <a:rect l="l" t="t" r="r" b="b"/>
            <a:pathLst>
              <a:path w="26670" h="289560">
                <a:moveTo>
                  <a:pt x="26670" y="289560"/>
                </a:moveTo>
                <a:lnTo>
                  <a:pt x="0" y="289560"/>
                </a:lnTo>
                <a:lnTo>
                  <a:pt x="0" y="0"/>
                </a:lnTo>
                <a:lnTo>
                  <a:pt x="2667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0247" y="5953760"/>
            <a:ext cx="889000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6592" y="1243380"/>
            <a:ext cx="2958510" cy="26670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6592" y="124338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ublic Sans"/>
              </a:rPr>
              <a:t>Push to repo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6592" y="1776780"/>
            <a:ext cx="2958510" cy="266700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6592" y="177678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Lint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6592" y="2310180"/>
            <a:ext cx="2958510" cy="266700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6592" y="231018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Unit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6592" y="2843580"/>
            <a:ext cx="2958510" cy="266700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6592" y="284358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Build container</a:t>
            </a:r>
          </a:p>
        </p:txBody>
      </p:sp>
      <p:sp>
        <p:nvSpPr>
          <p:cNvPr id="32" name="Freeform 31"/>
          <p:cNvSpPr/>
          <p:nvPr/>
        </p:nvSpPr>
        <p:spPr>
          <a:xfrm>
            <a:off x="4468667" y="3336975"/>
            <a:ext cx="3254360" cy="346710"/>
          </a:xfrm>
          <a:custGeom>
            <a:avLst/>
            <a:gdLst/>
            <a:ahLst/>
            <a:cxnLst/>
            <a:rect l="l" t="t" r="r" b="b"/>
            <a:pathLst>
              <a:path w="3254360" h="346710">
                <a:moveTo>
                  <a:pt x="1627180" y="0"/>
                </a:moveTo>
                <a:lnTo>
                  <a:pt x="3254360" y="173355"/>
                </a:lnTo>
                <a:lnTo>
                  <a:pt x="1627180" y="346710"/>
                </a:lnTo>
                <a:lnTo>
                  <a:pt x="0" y="173355"/>
                </a:lnTo>
                <a:close/>
              </a:path>
            </a:pathLst>
          </a:custGeom>
          <a:solidFill>
            <a:srgbClr val="09575A"/>
          </a:solidFill>
          <a:ln w="19050">
            <a:solidFill>
              <a:srgbClr val="0A5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19539" y="3423653"/>
            <a:ext cx="1952616" cy="17335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ublic Sans"/>
              </a:rPr>
              <a:t>Passes?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6592" y="3910380"/>
            <a:ext cx="2958510" cy="266700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6592" y="391038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Deploy staging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6592" y="4443780"/>
            <a:ext cx="2958510" cy="266700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6592" y="444378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Integration tests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6592" y="4977180"/>
            <a:ext cx="2958510" cy="266700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6592" y="497718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Manual review</a:t>
            </a:r>
          </a:p>
        </p:txBody>
      </p:sp>
      <p:sp>
        <p:nvSpPr>
          <p:cNvPr id="40" name="Freeform 39"/>
          <p:cNvSpPr/>
          <p:nvPr/>
        </p:nvSpPr>
        <p:spPr>
          <a:xfrm>
            <a:off x="4468667" y="5470575"/>
            <a:ext cx="3254360" cy="346710"/>
          </a:xfrm>
          <a:custGeom>
            <a:avLst/>
            <a:gdLst/>
            <a:ahLst/>
            <a:cxnLst/>
            <a:rect l="l" t="t" r="r" b="b"/>
            <a:pathLst>
              <a:path w="3254360" h="346710">
                <a:moveTo>
                  <a:pt x="1627180" y="0"/>
                </a:moveTo>
                <a:lnTo>
                  <a:pt x="3254360" y="173355"/>
                </a:lnTo>
                <a:lnTo>
                  <a:pt x="1627180" y="346710"/>
                </a:lnTo>
                <a:lnTo>
                  <a:pt x="0" y="173355"/>
                </a:lnTo>
                <a:close/>
              </a:path>
            </a:pathLst>
          </a:custGeom>
          <a:solidFill>
            <a:srgbClr val="0E4E79"/>
          </a:solidFill>
          <a:ln w="19050">
            <a:solidFill>
              <a:srgbClr val="0A5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9539" y="5557253"/>
            <a:ext cx="1952616" cy="17335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ublic Sans"/>
              </a:rPr>
              <a:t>Approved?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6592" y="5763260"/>
            <a:ext cx="2958510" cy="266700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6592" y="5763260"/>
            <a:ext cx="2958510" cy="2667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Deploy prod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29960"/>
            <a:ext cx="1109441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+3 more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