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Complex CI/CD pipeline</a:t>
            </a:r>
          </a:p>
        </p:txBody>
      </p:sp>
      <p:sp>
        <p:nvSpPr>
          <p:cNvPr id="4" name="Freeform 3"/>
          <p:cNvSpPr/>
          <p:nvPr/>
        </p:nvSpPr>
        <p:spPr>
          <a:xfrm>
            <a:off x="6069177" y="18340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80607" y="16054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69177" y="24436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80607" y="22150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069177" y="30532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080607" y="28246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042507" y="2412228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080607" y="2564628"/>
            <a:ext cx="30480" cy="869655"/>
          </a:xfrm>
          <a:custGeom>
            <a:avLst/>
            <a:gdLst/>
            <a:ahLst/>
            <a:cxnLst/>
            <a:rect l="l" t="t" r="r" b="b"/>
            <a:pathLst>
              <a:path w="30480" h="869655">
                <a:moveTo>
                  <a:pt x="30480" y="869655"/>
                </a:moveTo>
                <a:lnTo>
                  <a:pt x="0" y="869655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042507" y="4348683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080607" y="4501083"/>
            <a:ext cx="30480" cy="869655"/>
          </a:xfrm>
          <a:custGeom>
            <a:avLst/>
            <a:gdLst/>
            <a:ahLst/>
            <a:cxnLst/>
            <a:rect l="l" t="t" r="r" b="b"/>
            <a:pathLst>
              <a:path w="30480" h="869655">
                <a:moveTo>
                  <a:pt x="30480" y="869655"/>
                </a:moveTo>
                <a:lnTo>
                  <a:pt x="0" y="869655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9447" y="4656510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ans"/>
              </a:rPr>
              <a:t>Yes</a:t>
            </a:r>
          </a:p>
        </p:txBody>
      </p:sp>
      <p:sp>
        <p:nvSpPr>
          <p:cNvPr id="15" name="Freeform 14"/>
          <p:cNvSpPr/>
          <p:nvPr/>
        </p:nvSpPr>
        <p:spPr>
          <a:xfrm>
            <a:off x="6069177" y="48820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080607" y="46534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069177" y="5491683"/>
            <a:ext cx="53340" cy="76200"/>
          </a:xfrm>
          <a:custGeom>
            <a:avLst/>
            <a:gdLst/>
            <a:ahLst/>
            <a:cxnLst/>
            <a:rect l="l" t="t" r="r" b="b"/>
            <a:pathLst>
              <a:path w="53340" h="76200">
                <a:moveTo>
                  <a:pt x="26670" y="76200"/>
                </a:moveTo>
                <a:lnTo>
                  <a:pt x="0" y="0"/>
                </a:lnTo>
                <a:lnTo>
                  <a:pt x="5334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080607" y="5263083"/>
            <a:ext cx="30480" cy="228600"/>
          </a:xfrm>
          <a:custGeom>
            <a:avLst/>
            <a:gdLst/>
            <a:ahLst/>
            <a:cxnLst/>
            <a:rect l="l" t="t" r="r" b="b"/>
            <a:pathLst>
              <a:path w="30480" h="228600">
                <a:moveTo>
                  <a:pt x="0" y="0"/>
                </a:moveTo>
                <a:lnTo>
                  <a:pt x="30480" y="0"/>
                </a:lnTo>
                <a:lnTo>
                  <a:pt x="3048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042507" y="4342425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80607" y="4494825"/>
            <a:ext cx="30480" cy="1377858"/>
          </a:xfrm>
          <a:custGeom>
            <a:avLst/>
            <a:gdLst/>
            <a:ahLst/>
            <a:cxnLst/>
            <a:rect l="l" t="t" r="r" b="b"/>
            <a:pathLst>
              <a:path w="30480" h="1377858">
                <a:moveTo>
                  <a:pt x="30480" y="1377858"/>
                </a:moveTo>
                <a:lnTo>
                  <a:pt x="0" y="1377858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16592" y="1300683"/>
            <a:ext cx="2958510" cy="304800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6592" y="13006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1">
                <a:solidFill>
                  <a:srgbClr val="FCFBF8"/>
                </a:solidFill>
                <a:latin typeface="Instrument Sans"/>
              </a:rPr>
              <a:t>Push to repo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6592" y="1910283"/>
            <a:ext cx="2958510" cy="304800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19102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Lint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2519883"/>
            <a:ext cx="2958510" cy="304800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25198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Unit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6592" y="3129483"/>
            <a:ext cx="2958510" cy="304800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6592" y="31294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Build container</a:t>
            </a:r>
          </a:p>
        </p:txBody>
      </p:sp>
      <p:sp>
        <p:nvSpPr>
          <p:cNvPr id="29" name="Freeform 28"/>
          <p:cNvSpPr/>
          <p:nvPr/>
        </p:nvSpPr>
        <p:spPr>
          <a:xfrm>
            <a:off x="4468667" y="3693363"/>
            <a:ext cx="3254360" cy="396240"/>
          </a:xfrm>
          <a:custGeom>
            <a:avLst/>
            <a:gdLst/>
            <a:ahLst/>
            <a:cxnLst/>
            <a:rect l="l" t="t" r="r" b="b"/>
            <a:pathLst>
              <a:path w="3254360" h="396240">
                <a:moveTo>
                  <a:pt x="1627180" y="0"/>
                </a:moveTo>
                <a:lnTo>
                  <a:pt x="3254360" y="198120"/>
                </a:lnTo>
                <a:lnTo>
                  <a:pt x="1627180" y="396240"/>
                </a:lnTo>
                <a:lnTo>
                  <a:pt x="0" y="198120"/>
                </a:lnTo>
                <a:close/>
              </a:path>
            </a:pathLst>
          </a:custGeom>
          <a:solidFill>
            <a:srgbClr val="8D7752"/>
          </a:solidFill>
          <a:ln w="19050">
            <a:solidFill>
              <a:srgbClr val="8B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19539" y="3792423"/>
            <a:ext cx="1952616" cy="198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CFBF8"/>
                </a:solidFill>
                <a:latin typeface="Instrument Sans"/>
              </a:rPr>
              <a:t>Passes?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6592" y="4348683"/>
            <a:ext cx="2958510" cy="304800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6592" y="43486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Deploy staging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6592" y="4958283"/>
            <a:ext cx="2958510" cy="304800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6592" y="49582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Integration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6592" y="5567883"/>
            <a:ext cx="2958510" cy="304800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6592" y="5567883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Manual review</a:t>
            </a:r>
          </a:p>
        </p:txBody>
      </p:sp>
      <p:sp>
        <p:nvSpPr>
          <p:cNvPr id="37" name="Freeform 36"/>
          <p:cNvSpPr/>
          <p:nvPr/>
        </p:nvSpPr>
        <p:spPr>
          <a:xfrm>
            <a:off x="4468667" y="5623560"/>
            <a:ext cx="3254360" cy="396240"/>
          </a:xfrm>
          <a:custGeom>
            <a:avLst/>
            <a:gdLst/>
            <a:ahLst/>
            <a:cxnLst/>
            <a:rect l="l" t="t" r="r" b="b"/>
            <a:pathLst>
              <a:path w="3254360" h="396240">
                <a:moveTo>
                  <a:pt x="1627180" y="0"/>
                </a:moveTo>
                <a:lnTo>
                  <a:pt x="3254360" y="198120"/>
                </a:lnTo>
                <a:lnTo>
                  <a:pt x="1627180" y="396240"/>
                </a:lnTo>
                <a:lnTo>
                  <a:pt x="0" y="198120"/>
                </a:lnTo>
                <a:close/>
              </a:path>
            </a:pathLst>
          </a:custGeom>
          <a:solidFill>
            <a:srgbClr val="7F826B"/>
          </a:solidFill>
          <a:ln w="19050">
            <a:solidFill>
              <a:srgbClr val="8B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19539" y="5722620"/>
            <a:ext cx="1952616" cy="1981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CFBF8"/>
                </a:solidFill>
                <a:latin typeface="Instrument Sans"/>
              </a:rPr>
              <a:t>Approved?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6592" y="5669280"/>
            <a:ext cx="2958510" cy="304800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6592" y="5669280"/>
            <a:ext cx="295851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800" b="0">
                <a:solidFill>
                  <a:srgbClr val="22201C"/>
                </a:solidFill>
                <a:latin typeface="Instrument Sans"/>
              </a:rPr>
              <a:t>Deploy prod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74080"/>
            <a:ext cx="11094415" cy="3352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+3 more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