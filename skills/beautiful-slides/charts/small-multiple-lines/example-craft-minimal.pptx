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9554" y="549554"/>
            <a:ext cx="11092587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2201C"/>
                </a:solidFill>
                <a:latin typeface="Instrument Serif"/>
              </a:rPr>
              <a:t>Monthly Active Users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9554" y="1055014"/>
            <a:ext cx="110925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01C"/>
                </a:solidFill>
                <a:latin typeface="Instrument Sans"/>
              </a:rPr>
              <a:t>MAU (thousands)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9554" y="1324254"/>
            <a:ext cx="3475677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2201C"/>
                </a:solidFill>
                <a:latin typeface="Instrument Sans"/>
              </a:rPr>
              <a:t>North America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75175" y="3500766"/>
            <a:ext cx="2745786" cy="0"/>
          </a:xfrm>
          <a:prstGeom prst="line">
            <a:avLst/>
          </a:prstGeom>
          <a:ln w="508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75175" y="1538884"/>
            <a:ext cx="2745786" cy="0"/>
          </a:xfrm>
          <a:prstGeom prst="line">
            <a:avLst/>
          </a:prstGeom>
          <a:ln w="508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9554" y="3418216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9554" y="1456334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150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75175" y="1865864"/>
            <a:ext cx="549157" cy="65396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724332" y="1800468"/>
            <a:ext cx="549157" cy="65396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73489" y="1800468"/>
            <a:ext cx="549157" cy="26158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822646" y="1735072"/>
            <a:ext cx="549157" cy="91554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371803" y="1643517"/>
            <a:ext cx="549158" cy="91555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889211" y="1611767"/>
            <a:ext cx="63500" cy="635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5175" y="3519816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Jan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2647" y="3519816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Jun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8008" y="1324254"/>
            <a:ext cx="3475677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2201C"/>
                </a:solidFill>
                <a:latin typeface="Instrument Sans"/>
              </a:rPr>
              <a:t>Europe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83629" y="3500766"/>
            <a:ext cx="2745786" cy="0"/>
          </a:xfrm>
          <a:prstGeom prst="line">
            <a:avLst/>
          </a:prstGeom>
          <a:ln w="508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83629" y="1538884"/>
            <a:ext cx="2745786" cy="0"/>
          </a:xfrm>
          <a:prstGeom prst="line">
            <a:avLst/>
          </a:prstGeom>
          <a:ln w="508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58008" y="3418216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8008" y="1456334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150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983629" y="2428270"/>
            <a:ext cx="549157" cy="26158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532786" y="2389032"/>
            <a:ext cx="549157" cy="39238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081943" y="2349795"/>
            <a:ext cx="549157" cy="39237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31100" y="2323636"/>
            <a:ext cx="549157" cy="26159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80257" y="2271319"/>
            <a:ext cx="549158" cy="52317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697665" y="2239569"/>
            <a:ext cx="63500" cy="635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629" y="3519816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Jan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1101" y="3519816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Jun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6462" y="1324254"/>
            <a:ext cx="3475677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2201C"/>
                </a:solidFill>
                <a:latin typeface="Instrument Sans"/>
              </a:rPr>
              <a:t>APAC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92083" y="3500766"/>
            <a:ext cx="2745786" cy="0"/>
          </a:xfrm>
          <a:prstGeom prst="line">
            <a:avLst/>
          </a:prstGeom>
          <a:ln w="508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92083" y="1538884"/>
            <a:ext cx="2745786" cy="0"/>
          </a:xfrm>
          <a:prstGeom prst="line">
            <a:avLst/>
          </a:prstGeom>
          <a:ln w="508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66462" y="3418216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6462" y="1456334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150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8792083" y="2846805"/>
            <a:ext cx="549157" cy="65396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341240" y="2781409"/>
            <a:ext cx="549157" cy="65396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890397" y="2689854"/>
            <a:ext cx="549157" cy="91555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439554" y="2585221"/>
            <a:ext cx="549157" cy="104633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988711" y="2480587"/>
            <a:ext cx="549158" cy="104634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1506119" y="2448837"/>
            <a:ext cx="63500" cy="635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92083" y="3519816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Jan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39555" y="3519816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Jun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9554" y="3916033"/>
            <a:ext cx="3475677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2201C"/>
                </a:solidFill>
                <a:latin typeface="Instrument Sans"/>
              </a:rPr>
              <a:t>LATAM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75175" y="6092545"/>
            <a:ext cx="2745786" cy="0"/>
          </a:xfrm>
          <a:prstGeom prst="line">
            <a:avLst/>
          </a:prstGeom>
          <a:ln w="508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75175" y="4130663"/>
            <a:ext cx="2745786" cy="0"/>
          </a:xfrm>
          <a:prstGeom prst="line">
            <a:avLst/>
          </a:prstGeom>
          <a:ln w="508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9554" y="6009995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9554" y="4048113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150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1175175" y="5674010"/>
            <a:ext cx="549157" cy="26158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24332" y="5674010"/>
            <a:ext cx="549157" cy="13079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273489" y="5634772"/>
            <a:ext cx="549157" cy="52317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822646" y="5595534"/>
            <a:ext cx="549157" cy="39238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371803" y="5569376"/>
            <a:ext cx="549158" cy="26158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889211" y="5537626"/>
            <a:ext cx="63500" cy="635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5175" y="6111595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Jan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22647" y="6111595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Jun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58008" y="3916033"/>
            <a:ext cx="3475677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2201C"/>
                </a:solidFill>
                <a:latin typeface="Instrument Sans"/>
              </a:rPr>
              <a:t>MEA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983629" y="6092545"/>
            <a:ext cx="2745786" cy="0"/>
          </a:xfrm>
          <a:prstGeom prst="line">
            <a:avLst/>
          </a:prstGeom>
          <a:ln w="508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983629" y="4130663"/>
            <a:ext cx="2745786" cy="0"/>
          </a:xfrm>
          <a:prstGeom prst="line">
            <a:avLst/>
          </a:prstGeom>
          <a:ln w="508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358008" y="6009995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58008" y="4048113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150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4983629" y="5883277"/>
            <a:ext cx="549157" cy="13079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532786" y="5857119"/>
            <a:ext cx="549157" cy="26158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1943" y="5830960"/>
            <a:ext cx="549157" cy="26159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631100" y="5804802"/>
            <a:ext cx="549157" cy="26158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180257" y="5765564"/>
            <a:ext cx="549158" cy="39238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7697665" y="5733814"/>
            <a:ext cx="63500" cy="635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83629" y="6111595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Jan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31101" y="6111595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Jun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66462" y="3916033"/>
            <a:ext cx="3475677" cy="214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2201C"/>
                </a:solidFill>
                <a:latin typeface="Instrument Sans"/>
              </a:rPr>
              <a:t>ANZ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792083" y="6092545"/>
            <a:ext cx="2745786" cy="0"/>
          </a:xfrm>
          <a:prstGeom prst="line">
            <a:avLst/>
          </a:prstGeom>
          <a:ln w="508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792083" y="4130663"/>
            <a:ext cx="2745786" cy="0"/>
          </a:xfrm>
          <a:prstGeom prst="line">
            <a:avLst/>
          </a:prstGeom>
          <a:ln w="5080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166462" y="6009995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66462" y="4048113"/>
            <a:ext cx="600221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150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8792083" y="5922515"/>
            <a:ext cx="549157" cy="13079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341240" y="5909436"/>
            <a:ext cx="549157" cy="13079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890397" y="5896356"/>
            <a:ext cx="549157" cy="13080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439554" y="5883277"/>
            <a:ext cx="549157" cy="13079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988711" y="5857119"/>
            <a:ext cx="549158" cy="26158"/>
          </a:xfrm>
          <a:prstGeom prst="line">
            <a:avLst/>
          </a:prstGeom>
          <a:ln w="22225">
            <a:solidFill>
              <a:srgbClr val="7C85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11506119" y="5825369"/>
            <a:ext cx="63500" cy="63500"/>
          </a:xfrm>
          <a:prstGeom prst="ellipse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92083" y="6111595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Jan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39555" y="6111595"/>
            <a:ext cx="1098314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2201C"/>
                </a:solidFill>
                <a:latin typeface="Instrument Sans"/>
              </a:rPr>
              <a:t>Jun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