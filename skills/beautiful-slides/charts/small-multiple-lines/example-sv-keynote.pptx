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9554" y="549554"/>
            <a:ext cx="11092587" cy="53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Manrope"/>
              </a:rPr>
              <a:t>Monthly Active Users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54" y="1123594"/>
            <a:ext cx="1109258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Manrope"/>
              </a:rPr>
              <a:t>MAU (thousands)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54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North America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5175" y="3537291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5175" y="1683664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9554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554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75175" y="1992601"/>
            <a:ext cx="549157" cy="6178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24332" y="1930814"/>
            <a:ext cx="549157" cy="61787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73489" y="1930814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22646" y="1869026"/>
            <a:ext cx="549157" cy="86503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71803" y="1782524"/>
            <a:ext cx="549158" cy="86502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89211" y="175077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5175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647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8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Europe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629" y="3537291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629" y="1683664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8008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008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629" y="2523974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32786" y="2486902"/>
            <a:ext cx="549157" cy="37072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1943" y="2449829"/>
            <a:ext cx="549157" cy="37073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1100" y="2425114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0257" y="2375684"/>
            <a:ext cx="549158" cy="49430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97665" y="234393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629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1101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462" y="1436014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APAC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2083" y="3537291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92083" y="1683664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6462" y="3446486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462" y="1592859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92083" y="2919415"/>
            <a:ext cx="549157" cy="61787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1240" y="2857627"/>
            <a:ext cx="549157" cy="6178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90397" y="2771125"/>
            <a:ext cx="549157" cy="86502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39554" y="2672265"/>
            <a:ext cx="549157" cy="98860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988711" y="2573404"/>
            <a:ext cx="549158" cy="98861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1506119" y="254165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2083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555" y="3558246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554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LATAM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5175" y="6070955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5175" y="4217328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554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54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175175" y="5675514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24332" y="5675514"/>
            <a:ext cx="549157" cy="1235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73489" y="5638442"/>
            <a:ext cx="549157" cy="49430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22646" y="5601369"/>
            <a:ext cx="549157" cy="37073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71803" y="5576654"/>
            <a:ext cx="549158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9211" y="554490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5175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2647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8008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MEA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83629" y="6070955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3629" y="4217328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8008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008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983629" y="5873234"/>
            <a:ext cx="549157" cy="1235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32786" y="5848519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1943" y="5823804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31100" y="5799089"/>
            <a:ext cx="549157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80257" y="5762017"/>
            <a:ext cx="549158" cy="37072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697665" y="5730267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629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101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6462" y="3969678"/>
            <a:ext cx="3475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ANZ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2083" y="6070955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92083" y="4217328"/>
            <a:ext cx="2745786" cy="0"/>
          </a:xfrm>
          <a:prstGeom prst="line">
            <a:avLst/>
          </a:prstGeom>
          <a:ln w="5080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166462" y="5980150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66462" y="4126523"/>
            <a:ext cx="597681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JetBrains Mono"/>
              </a:rPr>
              <a:t>150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8792083" y="5910307"/>
            <a:ext cx="549157" cy="12357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341240" y="5897949"/>
            <a:ext cx="549157" cy="1235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890397" y="5885592"/>
            <a:ext cx="549157" cy="12357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39554" y="5873234"/>
            <a:ext cx="549157" cy="12358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88711" y="5848519"/>
            <a:ext cx="549158" cy="24715"/>
          </a:xfrm>
          <a:prstGeom prst="line">
            <a:avLst/>
          </a:prstGeom>
          <a:ln w="22225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1506119" y="5816769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2083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Manrope"/>
              </a:rPr>
              <a:t>Jan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39555" y="6091910"/>
            <a:ext cx="1098314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F5F7FA"/>
                </a:solidFill>
                <a:latin typeface="Manrope"/>
              </a:rPr>
              <a:t>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