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Sensitivity analysis: NPV drivers</a:t>
            </a:r>
          </a:p>
        </p:txBody>
      </p:sp>
      <p:sp>
        <p:nvSpPr>
          <p:cNvPr id="4" name="Oval 3"/>
          <p:cNvSpPr/>
          <p:nvPr/>
        </p:nvSpPr>
        <p:spPr>
          <a:xfrm>
            <a:off x="9306001" y="1599819"/>
            <a:ext cx="171450" cy="17145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53651" y="1495044"/>
            <a:ext cx="838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Downside</a:t>
            </a:r>
          </a:p>
        </p:txBody>
      </p:sp>
      <p:sp>
        <p:nvSpPr>
          <p:cNvPr id="6" name="Oval 5"/>
          <p:cNvSpPr/>
          <p:nvPr/>
        </p:nvSpPr>
        <p:spPr>
          <a:xfrm>
            <a:off x="10620451" y="1599819"/>
            <a:ext cx="171450" cy="171450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8101" y="1495044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Upside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1944624"/>
            <a:ext cx="0" cy="4218430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201767" y="1944624"/>
            <a:ext cx="1788160" cy="706502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1767" y="1944624"/>
            <a:ext cx="17881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Discount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7199" y="2068262"/>
            <a:ext cx="3514568" cy="459226"/>
          </a:xfrm>
          <a:prstGeom prst="roundRect">
            <a:avLst>
              <a:gd name="adj" fmla="val 6222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89927" y="2068262"/>
            <a:ext cx="3884523" cy="459226"/>
          </a:xfrm>
          <a:prstGeom prst="roundRect">
            <a:avLst>
              <a:gd name="adj" fmla="val 6222"/>
            </a:avLst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4899" y="1944624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38M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790" y="1944624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42M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01767" y="2822606"/>
            <a:ext cx="1788160" cy="706502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1767" y="2822606"/>
            <a:ext cx="17881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Revenue growth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9551" y="2946244"/>
            <a:ext cx="2312216" cy="459226"/>
          </a:xfrm>
          <a:prstGeom prst="roundRect">
            <a:avLst>
              <a:gd name="adj" fmla="val 6222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89927" y="2946244"/>
            <a:ext cx="2774659" cy="459226"/>
          </a:xfrm>
          <a:prstGeom prst="roundRect">
            <a:avLst>
              <a:gd name="adj" fmla="val 6222"/>
            </a:avLst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251" y="2822606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7926" y="2822606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30M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01767" y="3700588"/>
            <a:ext cx="1788160" cy="706502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1767" y="3700588"/>
            <a:ext cx="17881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COGS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7017" y="3824226"/>
            <a:ext cx="2034750" cy="459226"/>
          </a:xfrm>
          <a:prstGeom prst="roundRect">
            <a:avLst>
              <a:gd name="adj" fmla="val 6222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89927" y="3824226"/>
            <a:ext cx="1757284" cy="459226"/>
          </a:xfrm>
          <a:prstGeom prst="roundRect">
            <a:avLst>
              <a:gd name="adj" fmla="val 6222"/>
            </a:avLst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44717" y="3700588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0551" y="3700588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19M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01767" y="4578570"/>
            <a:ext cx="1788160" cy="706502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1767" y="4578570"/>
            <a:ext cx="17881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CapEx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36972" y="4702208"/>
            <a:ext cx="1664795" cy="459226"/>
          </a:xfrm>
          <a:prstGeom prst="roundRect">
            <a:avLst>
              <a:gd name="adj" fmla="val 6222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89927" y="4702208"/>
            <a:ext cx="1294841" cy="459226"/>
          </a:xfrm>
          <a:prstGeom prst="roundRect">
            <a:avLst>
              <a:gd name="adj" fmla="val 6222"/>
            </a:avLst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14672" y="4578570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8108" y="4578570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14M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1767" y="5456552"/>
            <a:ext cx="1788160" cy="706502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1767" y="5456552"/>
            <a:ext cx="17881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Terminal value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4438" y="5580190"/>
            <a:ext cx="1387329" cy="459226"/>
          </a:xfrm>
          <a:prstGeom prst="roundRect">
            <a:avLst>
              <a:gd name="adj" fmla="val 6222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89927" y="5580190"/>
            <a:ext cx="1109863" cy="459226"/>
          </a:xfrm>
          <a:prstGeom prst="roundRect">
            <a:avLst>
              <a:gd name="adj" fmla="val 6222"/>
            </a:avLst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92138" y="5456552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3130" y="5456552"/>
            <a:ext cx="568960" cy="706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12M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