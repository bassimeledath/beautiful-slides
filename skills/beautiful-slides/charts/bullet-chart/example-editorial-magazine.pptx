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81514"/>
                </a:solidFill>
                <a:latin typeface="Fraunces"/>
              </a:rPr>
              <a:t>SLA dashboard, March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411224"/>
            <a:ext cx="1271270" cy="1393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Uptime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37334" y="1655151"/>
            <a:ext cx="8849817" cy="906016"/>
          </a:xfrm>
          <a:prstGeom prst="rect">
            <a:avLst/>
          </a:prstGeom>
          <a:solidFill>
            <a:srgbClr val="E6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7334" y="1655151"/>
            <a:ext cx="8805567" cy="906016"/>
          </a:xfrm>
          <a:prstGeom prst="rect">
            <a:avLst/>
          </a:prstGeom>
          <a:solidFill>
            <a:srgbClr val="D4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37334" y="1655151"/>
            <a:ext cx="8761318" cy="906016"/>
          </a:xfrm>
          <a:prstGeom prst="rect">
            <a:avLst/>
          </a:prstGeom>
          <a:solidFill>
            <a:srgbClr val="C0B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37334" y="1936016"/>
            <a:ext cx="8823267" cy="344286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65601" y="1723102"/>
            <a:ext cx="25400" cy="770113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2871" y="1411224"/>
            <a:ext cx="609600" cy="1393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81514"/>
                </a:solidFill>
                <a:latin typeface="IBM Plex Mono"/>
              </a:rPr>
              <a:t>99.7%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090204"/>
            <a:ext cx="1271270" cy="1393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Avg latency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37334" y="3334131"/>
            <a:ext cx="8849817" cy="906016"/>
          </a:xfrm>
          <a:prstGeom prst="rect">
            <a:avLst/>
          </a:prstGeom>
          <a:solidFill>
            <a:srgbClr val="E6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7334" y="3334131"/>
            <a:ext cx="6637362" cy="906016"/>
          </a:xfrm>
          <a:prstGeom prst="rect">
            <a:avLst/>
          </a:prstGeom>
          <a:solidFill>
            <a:srgbClr val="D4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37334" y="3334131"/>
            <a:ext cx="4424908" cy="906016"/>
          </a:xfrm>
          <a:prstGeom prst="rect">
            <a:avLst/>
          </a:prstGeom>
          <a:solidFill>
            <a:srgbClr val="C0B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37334" y="3614996"/>
            <a:ext cx="6283370" cy="344286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34524" y="3402082"/>
            <a:ext cx="25400" cy="770113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32871" y="3090204"/>
            <a:ext cx="609600" cy="1393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81514"/>
                </a:solidFill>
                <a:latin typeface="IBM Plex Mono"/>
              </a:rPr>
              <a:t>142ms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769184"/>
            <a:ext cx="1271270" cy="1393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Error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37334" y="5013111"/>
            <a:ext cx="8849817" cy="906016"/>
          </a:xfrm>
          <a:prstGeom prst="rect">
            <a:avLst/>
          </a:prstGeom>
          <a:solidFill>
            <a:srgbClr val="E6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37334" y="5013111"/>
            <a:ext cx="4424908" cy="906016"/>
          </a:xfrm>
          <a:prstGeom prst="rect">
            <a:avLst/>
          </a:prstGeom>
          <a:solidFill>
            <a:srgbClr val="D4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37334" y="5013111"/>
            <a:ext cx="1769963" cy="906016"/>
          </a:xfrm>
          <a:prstGeom prst="rect">
            <a:avLst/>
          </a:prstGeom>
          <a:solidFill>
            <a:srgbClr val="C0B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37334" y="5293976"/>
            <a:ext cx="2654945" cy="344286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9542" y="5081062"/>
            <a:ext cx="25400" cy="770113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32871" y="4769184"/>
            <a:ext cx="609600" cy="1393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81514"/>
                </a:solidFill>
                <a:latin typeface="IBM Plex Mono"/>
              </a:rPr>
              <a:t>0.3%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