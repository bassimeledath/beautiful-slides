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SLA dashboard, 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1122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7334" y="1655151"/>
            <a:ext cx="8849817" cy="906016"/>
          </a:xfrm>
          <a:prstGeom prst="roundRect">
            <a:avLst>
              <a:gd name="adj" fmla="val 1051"/>
            </a:avLst>
          </a:prstGeom>
          <a:solidFill>
            <a:srgbClr val="E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37334" y="1655151"/>
            <a:ext cx="8805567" cy="906016"/>
          </a:xfrm>
          <a:prstGeom prst="roundRect">
            <a:avLst>
              <a:gd name="adj" fmla="val 1051"/>
            </a:avLst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37334" y="1655151"/>
            <a:ext cx="8761318" cy="906016"/>
          </a:xfrm>
          <a:prstGeom prst="roundRect">
            <a:avLst>
              <a:gd name="adj" fmla="val 1051"/>
            </a:avLst>
          </a:prstGeom>
          <a:solidFill>
            <a:srgbClr val="C8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37334" y="1936016"/>
            <a:ext cx="8823267" cy="344286"/>
          </a:xfrm>
          <a:prstGeom prst="roundRect">
            <a:avLst>
              <a:gd name="adj" fmla="val 276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65601" y="1723102"/>
            <a:ext cx="25400" cy="770113"/>
          </a:xfrm>
          <a:prstGeom prst="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2871" y="141122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99.7%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9020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Avg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7334" y="3334131"/>
            <a:ext cx="8849817" cy="906016"/>
          </a:xfrm>
          <a:prstGeom prst="roundRect">
            <a:avLst>
              <a:gd name="adj" fmla="val 1051"/>
            </a:avLst>
          </a:prstGeom>
          <a:solidFill>
            <a:srgbClr val="E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7334" y="3334131"/>
            <a:ext cx="6637362" cy="906016"/>
          </a:xfrm>
          <a:prstGeom prst="roundRect">
            <a:avLst>
              <a:gd name="adj" fmla="val 1051"/>
            </a:avLst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37334" y="3334131"/>
            <a:ext cx="4424908" cy="906016"/>
          </a:xfrm>
          <a:prstGeom prst="roundRect">
            <a:avLst>
              <a:gd name="adj" fmla="val 1051"/>
            </a:avLst>
          </a:prstGeom>
          <a:solidFill>
            <a:srgbClr val="C8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37334" y="3614996"/>
            <a:ext cx="6283370" cy="344286"/>
          </a:xfrm>
          <a:prstGeom prst="roundRect">
            <a:avLst>
              <a:gd name="adj" fmla="val 276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4524" y="3402082"/>
            <a:ext cx="25400" cy="770113"/>
          </a:xfrm>
          <a:prstGeom prst="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32871" y="309020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142ms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69184"/>
            <a:ext cx="127127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Error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37334" y="5013111"/>
            <a:ext cx="8849817" cy="906016"/>
          </a:xfrm>
          <a:prstGeom prst="roundRect">
            <a:avLst>
              <a:gd name="adj" fmla="val 1051"/>
            </a:avLst>
          </a:prstGeom>
          <a:solidFill>
            <a:srgbClr val="ED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37334" y="5013111"/>
            <a:ext cx="4424908" cy="906016"/>
          </a:xfrm>
          <a:prstGeom prst="roundRect">
            <a:avLst>
              <a:gd name="adj" fmla="val 1051"/>
            </a:avLst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37334" y="5013111"/>
            <a:ext cx="1769963" cy="906016"/>
          </a:xfrm>
          <a:prstGeom prst="roundRect">
            <a:avLst>
              <a:gd name="adj" fmla="val 1051"/>
            </a:avLst>
          </a:prstGeom>
          <a:solidFill>
            <a:srgbClr val="C8C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37334" y="5293976"/>
            <a:ext cx="2654945" cy="344286"/>
          </a:xfrm>
          <a:prstGeom prst="roundRect">
            <a:avLst>
              <a:gd name="adj" fmla="val 276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9542" y="5081062"/>
            <a:ext cx="25400" cy="770113"/>
          </a:xfrm>
          <a:prstGeom prst="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32871" y="4769184"/>
            <a:ext cx="609600" cy="1393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0.3%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