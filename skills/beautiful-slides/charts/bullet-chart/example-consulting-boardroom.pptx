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Quarterly goal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04544"/>
            <a:ext cx="12573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New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3204" y="1433780"/>
            <a:ext cx="8975547" cy="480021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3204" y="1433780"/>
            <a:ext cx="6282882" cy="480021"/>
          </a:xfrm>
          <a:prstGeom prst="rect">
            <a:avLst/>
          </a:prstGeom>
          <a:solidFill>
            <a:srgbClr val="D1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3204" y="1433780"/>
            <a:ext cx="3590218" cy="480021"/>
          </a:xfrm>
          <a:prstGeom prst="rect">
            <a:avLst/>
          </a:prstGeom>
          <a:solidFill>
            <a:srgbClr val="B5B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3204" y="1582587"/>
            <a:ext cx="6103371" cy="182407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80941" y="1469782"/>
            <a:ext cx="25400" cy="408017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26851" y="1304544"/>
            <a:ext cx="5080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01828"/>
                </a:solidFill>
                <a:latin typeface="Public Sans"/>
              </a:rPr>
              <a:t>340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334548"/>
            <a:ext cx="12573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3204" y="2463784"/>
            <a:ext cx="8975547" cy="480021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3204" y="2463784"/>
            <a:ext cx="5983698" cy="480021"/>
          </a:xfrm>
          <a:prstGeom prst="rect">
            <a:avLst/>
          </a:prstGeom>
          <a:solidFill>
            <a:srgbClr val="D1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3204" y="2463784"/>
            <a:ext cx="2991849" cy="480021"/>
          </a:xfrm>
          <a:prstGeom prst="rect">
            <a:avLst/>
          </a:prstGeom>
          <a:solidFill>
            <a:srgbClr val="B5B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3204" y="2612591"/>
            <a:ext cx="6282882" cy="182407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0126" y="2499786"/>
            <a:ext cx="25400" cy="408017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26851" y="2334548"/>
            <a:ext cx="5080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01828"/>
                </a:solidFill>
                <a:latin typeface="Public Sans"/>
              </a:rPr>
              <a:t>4.2M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364552"/>
            <a:ext cx="12573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Win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3204" y="3493788"/>
            <a:ext cx="8975547" cy="480021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204" y="3493788"/>
            <a:ext cx="6731660" cy="480021"/>
          </a:xfrm>
          <a:prstGeom prst="rect">
            <a:avLst/>
          </a:prstGeom>
          <a:solidFill>
            <a:srgbClr val="D1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3204" y="3493788"/>
            <a:ext cx="4487773" cy="480021"/>
          </a:xfrm>
          <a:prstGeom prst="rect">
            <a:avLst/>
          </a:prstGeom>
          <a:solidFill>
            <a:srgbClr val="B5B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3204" y="3642595"/>
            <a:ext cx="6282882" cy="182407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54107" y="3529790"/>
            <a:ext cx="25400" cy="408017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26851" y="3364552"/>
            <a:ext cx="5080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01828"/>
                </a:solidFill>
                <a:latin typeface="Public Sans"/>
              </a:rPr>
              <a:t>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4394556"/>
            <a:ext cx="12573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Avg deal size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3204" y="4523792"/>
            <a:ext cx="8975547" cy="480021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3204" y="4523792"/>
            <a:ext cx="6411105" cy="480021"/>
          </a:xfrm>
          <a:prstGeom prst="rect">
            <a:avLst/>
          </a:prstGeom>
          <a:solidFill>
            <a:srgbClr val="D1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3204" y="4523792"/>
            <a:ext cx="3846663" cy="480021"/>
          </a:xfrm>
          <a:prstGeom prst="rect">
            <a:avLst/>
          </a:prstGeom>
          <a:solidFill>
            <a:srgbClr val="B5B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13204" y="4672599"/>
            <a:ext cx="6154660" cy="182407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719" y="4559794"/>
            <a:ext cx="25400" cy="408017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26851" y="4394556"/>
            <a:ext cx="5080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01828"/>
                </a:solidFill>
                <a:latin typeface="Public Sans"/>
              </a:rPr>
              <a:t>48K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424560"/>
            <a:ext cx="12573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Churn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3204" y="5553796"/>
            <a:ext cx="8975547" cy="480021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13204" y="5553796"/>
            <a:ext cx="5983698" cy="480021"/>
          </a:xfrm>
          <a:prstGeom prst="rect">
            <a:avLst/>
          </a:prstGeom>
          <a:solidFill>
            <a:srgbClr val="D1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3204" y="5553796"/>
            <a:ext cx="2991849" cy="480021"/>
          </a:xfrm>
          <a:prstGeom prst="rect">
            <a:avLst/>
          </a:prstGeom>
          <a:solidFill>
            <a:srgbClr val="B5B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13204" y="5702603"/>
            <a:ext cx="6282882" cy="182407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88277" y="5589798"/>
            <a:ext cx="25400" cy="408017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26851" y="5424560"/>
            <a:ext cx="508000" cy="7384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01828"/>
                </a:solidFill>
                <a:latin typeface="Public Sans"/>
              </a:rPr>
              <a:t>2.1%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