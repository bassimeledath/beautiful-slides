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Revenue by product, per region</a:t>
            </a:r>
          </a:p>
        </p:txBody>
      </p:sp>
      <p:sp>
        <p:nvSpPr>
          <p:cNvPr id="4" name="Oval 3"/>
          <p:cNvSpPr/>
          <p:nvPr/>
        </p:nvSpPr>
        <p:spPr>
          <a:xfrm>
            <a:off x="8542096" y="1381379"/>
            <a:ext cx="125730" cy="12573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23706" y="1304544"/>
            <a:ext cx="691515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Product A</a:t>
            </a:r>
          </a:p>
        </p:txBody>
      </p:sp>
      <p:sp>
        <p:nvSpPr>
          <p:cNvPr id="6" name="Oval 5"/>
          <p:cNvSpPr/>
          <p:nvPr/>
        </p:nvSpPr>
        <p:spPr>
          <a:xfrm>
            <a:off x="9582861" y="1381379"/>
            <a:ext cx="125730" cy="125730"/>
          </a:xfrm>
          <a:prstGeom prst="ellipse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64471" y="1304544"/>
            <a:ext cx="691515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Product B</a:t>
            </a:r>
          </a:p>
        </p:txBody>
      </p:sp>
      <p:sp>
        <p:nvSpPr>
          <p:cNvPr id="8" name="Oval 7"/>
          <p:cNvSpPr/>
          <p:nvPr/>
        </p:nvSpPr>
        <p:spPr>
          <a:xfrm>
            <a:off x="10623626" y="1381379"/>
            <a:ext cx="125730" cy="125730"/>
          </a:xfrm>
          <a:prstGeom prst="ellipse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5236" y="1304544"/>
            <a:ext cx="691515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Product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738876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231257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2594" y="5320157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4723638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42594" y="4812538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4216019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2594" y="4304919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3708400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2594" y="3797300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3200781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2594" y="3289681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" y="2693162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594" y="2782062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4944" y="2185543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594" y="2274443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4944" y="1677924"/>
            <a:ext cx="20955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16M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42594" y="1766824"/>
            <a:ext cx="10416997" cy="0"/>
          </a:xfrm>
          <a:prstGeom prst="line">
            <a:avLst/>
          </a:prstGeom>
          <a:ln w="4762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2594" y="5827776"/>
            <a:ext cx="10416997" cy="0"/>
          </a:xfrm>
          <a:prstGeom prst="line">
            <a:avLst/>
          </a:prstGeom>
          <a:ln w="9524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42594" y="5888736"/>
            <a:ext cx="260424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AMER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11358" y="3746539"/>
            <a:ext cx="1666719" cy="2081237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1358" y="4712862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8.2M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11358" y="2705921"/>
            <a:ext cx="1666719" cy="1040618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11358" y="3151935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4.1M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11358" y="2198302"/>
            <a:ext cx="1666719" cy="507619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11358" y="2377816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2M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1358" y="2038282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14.3M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46843" y="5888736"/>
            <a:ext cx="260424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EMEA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15608" y="4533348"/>
            <a:ext cx="1666719" cy="1294428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15608" y="5106267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5.1M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15608" y="3543491"/>
            <a:ext cx="1666719" cy="989857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15608" y="3964124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3.9M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15608" y="3162777"/>
            <a:ext cx="1666719" cy="380714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15608" y="3278839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1.5M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5608" y="3002757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10.5M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51092" y="5888736"/>
            <a:ext cx="260424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APAC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19857" y="4964824"/>
            <a:ext cx="1666719" cy="862952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9857" y="5322005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3.4M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19857" y="4254158"/>
            <a:ext cx="1666719" cy="710666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19857" y="4535196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2.8M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19857" y="3974968"/>
            <a:ext cx="1666719" cy="279190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19857" y="4040268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1.1M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19857" y="3814948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7.3M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5341" y="5888736"/>
            <a:ext cx="2604249" cy="2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828"/>
                </a:solidFill>
                <a:latin typeface="Public Sans"/>
              </a:rPr>
              <a:t>LATAM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24106" y="5523205"/>
            <a:ext cx="1666719" cy="304571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24106" y="5601195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1.2M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24106" y="5294777"/>
            <a:ext cx="1666719" cy="228428"/>
          </a:xfrm>
          <a:prstGeom prst="rect">
            <a:avLst/>
          </a:prstGeom>
          <a:solidFill>
            <a:srgbClr val="056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24106" y="5334696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0.9M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24106" y="5142492"/>
            <a:ext cx="1666719" cy="152285"/>
          </a:xfrm>
          <a:prstGeom prst="rect">
            <a:avLst/>
          </a:prstGeom>
          <a:solidFill>
            <a:srgbClr val="47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24106" y="4982472"/>
            <a:ext cx="1666719" cy="14859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2.7M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