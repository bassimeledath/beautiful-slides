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Headcount by function</a:t>
            </a:r>
          </a:p>
        </p:txBody>
      </p:sp>
      <p:sp>
        <p:nvSpPr>
          <p:cNvPr id="4" name="Oval 3"/>
          <p:cNvSpPr/>
          <p:nvPr/>
        </p:nvSpPr>
        <p:spPr>
          <a:xfrm>
            <a:off x="9325686" y="1502029"/>
            <a:ext cx="148590" cy="14859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40316" y="1411224"/>
            <a:ext cx="817245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Full-time</a:t>
            </a:r>
          </a:p>
        </p:txBody>
      </p:sp>
      <p:sp>
        <p:nvSpPr>
          <p:cNvPr id="6" name="Oval 5"/>
          <p:cNvSpPr/>
          <p:nvPr/>
        </p:nvSpPr>
        <p:spPr>
          <a:xfrm>
            <a:off x="10555681" y="1502029"/>
            <a:ext cx="148590" cy="14859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70311" y="1411224"/>
            <a:ext cx="72644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41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55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03359" y="1825244"/>
            <a:ext cx="0" cy="403301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3570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0505" y="1825244"/>
            <a:ext cx="0" cy="403301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72851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77651" y="1825244"/>
            <a:ext cx="0" cy="403301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6214" y="1825244"/>
            <a:ext cx="0" cy="4033012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" y="2104085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6214" y="1970432"/>
            <a:ext cx="7289149" cy="51622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1238" y="2137739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120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55363" y="1970432"/>
            <a:ext cx="1822287" cy="516225"/>
          </a:xfrm>
          <a:prstGeom prst="roundRect">
            <a:avLst>
              <a:gd name="adj" fmla="val 1845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6956" y="2137739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9560" y="2137740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910688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6214" y="2777034"/>
            <a:ext cx="5163147" cy="51622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8237" y="2944341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85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29361" y="2777034"/>
            <a:ext cx="911143" cy="516225"/>
          </a:xfrm>
          <a:prstGeom prst="roundRect">
            <a:avLst>
              <a:gd name="adj" fmla="val 1845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5382" y="2944341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2414" y="2944342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717290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6214" y="3583637"/>
            <a:ext cx="2429716" cy="51622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522" y="3750944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5930" y="3583637"/>
            <a:ext cx="607429" cy="516225"/>
          </a:xfrm>
          <a:prstGeom prst="roundRect">
            <a:avLst>
              <a:gd name="adj" fmla="val 1845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0094" y="3750944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5269" y="3750945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523892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6214" y="4390239"/>
            <a:ext cx="3340860" cy="51622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7094" y="4557546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55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7074" y="4390239"/>
            <a:ext cx="1214858" cy="516225"/>
          </a:xfrm>
          <a:prstGeom prst="roundRect">
            <a:avLst>
              <a:gd name="adj" fmla="val 1845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4953" y="4557546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3842" y="4557547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330495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G&amp;A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6214" y="5196842"/>
            <a:ext cx="1822287" cy="516225"/>
          </a:xfrm>
          <a:prstGeom prst="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67807" y="5364149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30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88501" y="5196842"/>
            <a:ext cx="303714" cy="516225"/>
          </a:xfrm>
          <a:prstGeom prst="roundRect">
            <a:avLst>
              <a:gd name="adj" fmla="val 3136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4125" y="5364149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