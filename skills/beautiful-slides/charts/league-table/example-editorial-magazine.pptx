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Product NPS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90904"/>
            <a:ext cx="648108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81514"/>
                </a:solidFill>
                <a:latin typeface="Newsreader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3052" y="1390904"/>
            <a:ext cx="4615317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8369" y="1390904"/>
            <a:ext cx="1846127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4496" y="1390904"/>
            <a:ext cx="1846127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81514"/>
                </a:solidFill>
                <a:latin typeface="Newsreader"/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0623" y="1390904"/>
            <a:ext cx="1846127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181514"/>
                </a:solidFill>
                <a:latin typeface="Newsreader"/>
              </a:rPr>
              <a:t>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1787144"/>
            <a:ext cx="10801807" cy="0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4944" y="1787144"/>
            <a:ext cx="10801807" cy="533400"/>
          </a:xfrm>
          <a:prstGeom prst="rect">
            <a:avLst/>
          </a:prstGeom>
          <a:solidFill>
            <a:srgbClr val="8C2F3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871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IBM Plex Mon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6392" y="1787144"/>
            <a:ext cx="4508637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Cloud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1709" y="1787144"/>
            <a:ext cx="72407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IBM Plex Mono"/>
              </a:rPr>
              <a:t>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9127" y="1960499"/>
            <a:ext cx="1015369" cy="18669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656439" y="1982724"/>
            <a:ext cx="142240" cy="142240"/>
          </a:xfrm>
          <a:prstGeom prst="triangl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68886" y="1942084"/>
            <a:ext cx="609600" cy="22352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68886" y="19420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1E8"/>
                </a:solidFill>
                <a:latin typeface="IBM Plex Mono"/>
              </a:rPr>
              <a:t>Strong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" y="2320544"/>
            <a:ext cx="1080180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23205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IBM Plex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6392" y="2320544"/>
            <a:ext cx="4508637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1709" y="2320544"/>
            <a:ext cx="72407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IBM Plex Mono"/>
              </a:rPr>
              <a:t>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9127" y="2493899"/>
            <a:ext cx="916652" cy="18669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8656439" y="2516124"/>
            <a:ext cx="142240" cy="142240"/>
          </a:xfrm>
          <a:prstGeom prst="triangl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68886" y="2475484"/>
            <a:ext cx="609600" cy="22352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886" y="24754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1E8"/>
                </a:solidFill>
                <a:latin typeface="IBM Plex Mono"/>
              </a:rPr>
              <a:t>Strong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" y="2853944"/>
            <a:ext cx="1080180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4944" y="28539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IBM Plex Mon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6392" y="2853944"/>
            <a:ext cx="4508637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Desktop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1709" y="2853944"/>
            <a:ext cx="72407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IBM Plex Mono"/>
              </a:rPr>
              <a:t>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9127" y="3027299"/>
            <a:ext cx="676912" cy="18669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56439" y="3106420"/>
            <a:ext cx="142240" cy="28448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36526" y="3008884"/>
            <a:ext cx="274320" cy="22352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36526" y="3008884"/>
            <a:ext cx="27432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1E8"/>
                </a:solidFill>
                <a:latin typeface="IBM Plex Mono"/>
              </a:rPr>
              <a:t>OK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" y="3387344"/>
            <a:ext cx="1080180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4944" y="33873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IBM Plex Mon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6392" y="3387344"/>
            <a:ext cx="4508637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API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1709" y="3387344"/>
            <a:ext cx="72407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IBM Plex Mono"/>
              </a:rPr>
              <a:t>41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9127" y="3560699"/>
            <a:ext cx="578196" cy="18669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0800000">
            <a:off x="8656439" y="3582924"/>
            <a:ext cx="142240" cy="142240"/>
          </a:xfrm>
          <a:prstGeom prst="triangl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26976" y="3542284"/>
            <a:ext cx="693420" cy="22352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26976" y="3542284"/>
            <a:ext cx="69342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1E8"/>
                </a:solidFill>
                <a:latin typeface="IBM Plex Mono"/>
              </a:rPr>
              <a:t>At risk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" y="3920744"/>
            <a:ext cx="10801807" cy="533400"/>
          </a:xfrm>
          <a:prstGeom prst="rect">
            <a:avLst/>
          </a:prstGeom>
          <a:solidFill>
            <a:srgbClr val="9C5B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94944" y="3920744"/>
            <a:ext cx="1080180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94944" y="39207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81514"/>
                </a:solidFill>
                <a:latin typeface="IBM Plex Mono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6392" y="3920744"/>
            <a:ext cx="4508637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81514"/>
                </a:solidFill>
                <a:latin typeface="Newsreader"/>
              </a:rPr>
              <a:t>Legacy Portal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11709" y="3920744"/>
            <a:ext cx="72407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IBM Plex Mono"/>
              </a:rPr>
              <a:t>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89127" y="4094099"/>
            <a:ext cx="310251" cy="18669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10800000">
            <a:off x="8656439" y="4116324"/>
            <a:ext cx="142240" cy="142240"/>
          </a:xfrm>
          <a:prstGeom prst="triangl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85066" y="4075684"/>
            <a:ext cx="777240" cy="22352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85066" y="4075684"/>
            <a:ext cx="77724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1E8"/>
                </a:solidFill>
                <a:latin typeface="IBM Plex Mono"/>
              </a:rPr>
              <a:t>Critical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