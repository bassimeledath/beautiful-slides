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Product NPS rankings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286764"/>
            <a:ext cx="648108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Public Sans"/>
              </a:rP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3052" y="1286764"/>
            <a:ext cx="4615317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58369" y="1286764"/>
            <a:ext cx="1846127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NPS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4496" y="1286764"/>
            <a:ext cx="1846127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0623" y="1286764"/>
            <a:ext cx="1846127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01828"/>
                </a:solidFill>
                <a:latin typeface="Public Sans"/>
              </a:rPr>
              <a:t>Status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1622044"/>
            <a:ext cx="10801807" cy="0"/>
          </a:xfrm>
          <a:prstGeom prst="line">
            <a:avLst/>
          </a:prstGeom>
          <a:ln w="9524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4944" y="1622044"/>
            <a:ext cx="10801807" cy="457200"/>
          </a:xfrm>
          <a:prstGeom prst="rect">
            <a:avLst/>
          </a:prstGeom>
          <a:solidFill>
            <a:srgbClr val="0F4C8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22044"/>
            <a:ext cx="6481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8772" y="1622044"/>
            <a:ext cx="452387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Public Sans"/>
              </a:rPr>
              <a:t>Cloud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4089" y="1622044"/>
            <a:ext cx="73931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9127" y="1770634"/>
            <a:ext cx="1015369" cy="1600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8666599" y="1789684"/>
            <a:ext cx="121920" cy="121920"/>
          </a:xfrm>
          <a:prstGeom prst="triangl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22226" y="1759204"/>
            <a:ext cx="502920" cy="182880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22226" y="17592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ublic Sans"/>
              </a:rPr>
              <a:t>Strong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4944" y="2079244"/>
            <a:ext cx="1080180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944" y="2079244"/>
            <a:ext cx="6481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8772" y="2079244"/>
            <a:ext cx="452387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Public Sans"/>
              </a:rPr>
              <a:t>Mobile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4089" y="2079244"/>
            <a:ext cx="73931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65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9127" y="2227834"/>
            <a:ext cx="916652" cy="1600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8666599" y="2246884"/>
            <a:ext cx="121920" cy="121920"/>
          </a:xfrm>
          <a:prstGeom prst="triangl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22226" y="2216404"/>
            <a:ext cx="502920" cy="182880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22226" y="22164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ublic Sans"/>
              </a:rPr>
              <a:t>Strong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4944" y="2536444"/>
            <a:ext cx="1080180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4944" y="2536444"/>
            <a:ext cx="6481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8772" y="2536444"/>
            <a:ext cx="452387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Public Sans"/>
              </a:rPr>
              <a:t>Desktop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4089" y="2536444"/>
            <a:ext cx="73931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48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9127" y="2685034"/>
            <a:ext cx="676912" cy="1600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66599" y="2752852"/>
            <a:ext cx="121920" cy="24384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59386" y="2673604"/>
            <a:ext cx="228600" cy="182880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59386" y="2673604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ublic Sans"/>
              </a:rPr>
              <a:t>OK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4944" y="2993644"/>
            <a:ext cx="1080180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94944" y="2993644"/>
            <a:ext cx="6481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8772" y="2993644"/>
            <a:ext cx="452387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Public Sans"/>
              </a:rPr>
              <a:t>API Gateway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4089" y="2993644"/>
            <a:ext cx="73931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41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89127" y="3142234"/>
            <a:ext cx="578196" cy="1600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10800000">
            <a:off x="8666599" y="3161284"/>
            <a:ext cx="121920" cy="121920"/>
          </a:xfrm>
          <a:prstGeom prst="triangl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87936" y="3130804"/>
            <a:ext cx="571500" cy="182880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7936" y="3130804"/>
            <a:ext cx="5715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ublic Sans"/>
              </a:rPr>
              <a:t>At risk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" y="3450844"/>
            <a:ext cx="10801807" cy="457200"/>
          </a:xfrm>
          <a:prstGeom prst="rect">
            <a:avLst/>
          </a:prstGeom>
          <a:solidFill>
            <a:srgbClr val="05603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94944" y="3450844"/>
            <a:ext cx="1080180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94944" y="3450844"/>
            <a:ext cx="6481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8772" y="3450844"/>
            <a:ext cx="452387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Public Sans"/>
              </a:rPr>
              <a:t>Legacy Portal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04089" y="3450844"/>
            <a:ext cx="73931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01828"/>
                </a:solidFill>
                <a:latin typeface="Public Sans"/>
              </a:rPr>
              <a:t>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89127" y="3599434"/>
            <a:ext cx="310251" cy="1600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 rot="10800000">
            <a:off x="8666599" y="3618484"/>
            <a:ext cx="121920" cy="121920"/>
          </a:xfrm>
          <a:prstGeom prst="triangl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53646" y="3588004"/>
            <a:ext cx="640080" cy="182880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53646" y="358800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ublic Sans"/>
              </a:rPr>
              <a:t>Critical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