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01" y="1508760"/>
            <a:ext cx="3332397" cy="329184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01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768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768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768" y="3024225"/>
            <a:ext cx="28658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5B00"/>
                </a:solidFill>
                <a:latin typeface="IBM Plex Mono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768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Source: NetSuite, Apr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48" y="1508760"/>
            <a:ext cx="3332397" cy="329184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9648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2915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2915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72.8%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915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C2F39"/>
                </a:solidFill>
                <a:latin typeface="IBM Plex Mono"/>
              </a:rPr>
              <a:t>▼ -1.1 pts QoQ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2915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Non-GAAP, ex. one-time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5" y="1508760"/>
            <a:ext cx="3332397" cy="329184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5" y="1508760"/>
            <a:ext cx="3332397" cy="32918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1062" y="1805025"/>
            <a:ext cx="28658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NPS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1062" y="2104745"/>
            <a:ext cx="286586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1">
                <a:solidFill>
                  <a:srgbClr val="181514"/>
                </a:solidFill>
                <a:latin typeface="Fraunces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1062" y="3024225"/>
            <a:ext cx="286586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C5B00"/>
                </a:solidFill>
                <a:latin typeface="IBM Plex Mono"/>
              </a:rPr>
              <a:t>▲ +6 vs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1062" y="4308755"/>
            <a:ext cx="2865863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n=1,842, mixed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