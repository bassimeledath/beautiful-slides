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265" y="750265"/>
            <a:ext cx="10691165" cy="6172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Retail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265" y="1458925"/>
            <a:ext cx="9728962" cy="36576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200" b="1">
                <a:solidFill>
                  <a:srgbClr val="6E6A73"/>
                </a:solidFill>
                <a:latin typeface="Plus Jakarta Sans"/>
              </a:rPr>
              <a:t>Primary Activities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50265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close/>
              </a:path>
            </a:pathLst>
          </a:custGeom>
          <a:solidFill>
            <a:srgbClr val="FF9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313" y="1824685"/>
            <a:ext cx="1418484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Plus Jakarta Sans"/>
              </a:rPr>
              <a:t>Inbound
Logistics</a:t>
            </a:r>
          </a:p>
        </p:txBody>
      </p:sp>
      <p:sp>
        <p:nvSpPr>
          <p:cNvPr id="7" name="Freeform 6"/>
          <p:cNvSpPr/>
          <p:nvPr/>
        </p:nvSpPr>
        <p:spPr>
          <a:xfrm>
            <a:off x="2744702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D1A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7431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Plus Jakarta Sans"/>
              </a:rPr>
              <a:t>Operations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4739139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A3A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1868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Outbound
Logistics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33576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75B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6305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Plus Jakarta Sans"/>
              </a:rPr>
              <a:t>Marketing
&amp; Sales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728013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47C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0742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Plus Jakarta San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265" y="3690353"/>
            <a:ext cx="9728962" cy="36576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200" b="1">
                <a:solidFill>
                  <a:srgbClr val="6E6A73"/>
                </a:solidFill>
                <a:latin typeface="Plus Jakarta Sans"/>
              </a:rPr>
              <a:t>Support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265" y="4056113"/>
            <a:ext cx="9728962" cy="328628"/>
          </a:xfrm>
          <a:prstGeom prst="rect">
            <a:avLst/>
          </a:prstGeom>
          <a:solidFill>
            <a:srgbClr val="FFE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425" y="4056113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Firm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265" y="4444491"/>
            <a:ext cx="9728962" cy="328628"/>
          </a:xfrm>
          <a:prstGeom prst="rect">
            <a:avLst/>
          </a:prstGeom>
          <a:solidFill>
            <a:srgbClr val="FFE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425" y="4444491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Human Resource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265" y="4832869"/>
            <a:ext cx="9728962" cy="328628"/>
          </a:xfrm>
          <a:prstGeom prst="rect">
            <a:avLst/>
          </a:prstGeom>
          <a:solidFill>
            <a:srgbClr val="FFE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425" y="4832869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Technology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265" y="5221247"/>
            <a:ext cx="9728962" cy="328628"/>
          </a:xfrm>
          <a:prstGeom prst="rect">
            <a:avLst/>
          </a:prstGeom>
          <a:solidFill>
            <a:srgbClr val="FFE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7425" y="5221247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Procurement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3050" y="1824685"/>
            <a:ext cx="641469" cy="3725192"/>
          </a:xfrm>
          <a:prstGeom prst="rect">
            <a:avLst/>
          </a:prstGeom>
          <a:solidFill>
            <a:srgbClr val="6CC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3050" y="1824685"/>
            <a:ext cx="641469" cy="37251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Plus Jakarta Sans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