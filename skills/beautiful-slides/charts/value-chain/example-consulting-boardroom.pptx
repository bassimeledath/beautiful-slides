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265" y="750265"/>
            <a:ext cx="10691165" cy="4800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Retail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265" y="1301445"/>
            <a:ext cx="9728962" cy="28448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900" b="1">
                <a:solidFill>
                  <a:srgbClr val="475467"/>
                </a:solidFill>
                <a:latin typeface="Public Sans"/>
              </a:rPr>
              <a:t>Primary Activities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50265" y="1585925"/>
            <a:ext cx="1751213" cy="1878350"/>
          </a:xfrm>
          <a:custGeom>
            <a:avLst/>
            <a:gdLst/>
            <a:ahLst/>
            <a:cxnLst/>
            <a:rect l="l" t="t" r="r" b="b"/>
            <a:pathLst>
              <a:path w="1751213" h="1878350">
                <a:moveTo>
                  <a:pt x="0" y="0"/>
                </a:moveTo>
                <a:lnTo>
                  <a:pt x="1488532" y="0"/>
                </a:lnTo>
                <a:lnTo>
                  <a:pt x="1751213" y="939175"/>
                </a:lnTo>
                <a:lnTo>
                  <a:pt x="1488532" y="1878350"/>
                </a:lnTo>
                <a:lnTo>
                  <a:pt x="0" y="1878350"/>
                </a:lnTo>
                <a:close/>
              </a:path>
            </a:pathLst>
          </a:custGeom>
          <a:solidFill>
            <a:srgbClr val="4B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313" y="1585925"/>
            <a:ext cx="1418484" cy="187835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Inbound
Logistics</a:t>
            </a:r>
          </a:p>
        </p:txBody>
      </p:sp>
      <p:sp>
        <p:nvSpPr>
          <p:cNvPr id="7" name="Freeform 6"/>
          <p:cNvSpPr/>
          <p:nvPr/>
        </p:nvSpPr>
        <p:spPr>
          <a:xfrm>
            <a:off x="2744702" y="1585925"/>
            <a:ext cx="1751213" cy="1878350"/>
          </a:xfrm>
          <a:custGeom>
            <a:avLst/>
            <a:gdLst/>
            <a:ahLst/>
            <a:cxnLst/>
            <a:rect l="l" t="t" r="r" b="b"/>
            <a:pathLst>
              <a:path w="1751213" h="1878350">
                <a:moveTo>
                  <a:pt x="0" y="0"/>
                </a:moveTo>
                <a:lnTo>
                  <a:pt x="1488532" y="0"/>
                </a:lnTo>
                <a:lnTo>
                  <a:pt x="1751213" y="939175"/>
                </a:lnTo>
                <a:lnTo>
                  <a:pt x="1488532" y="1878350"/>
                </a:lnTo>
                <a:lnTo>
                  <a:pt x="0" y="1878350"/>
                </a:lnTo>
                <a:lnTo>
                  <a:pt x="262681" y="939175"/>
                </a:lnTo>
                <a:close/>
              </a:path>
            </a:pathLst>
          </a:custGeom>
          <a:solidFill>
            <a:srgbClr val="49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7431" y="1585925"/>
            <a:ext cx="1155803" cy="187835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Operations</a:t>
            </a:r>
          </a:p>
        </p:txBody>
      </p:sp>
      <p:sp>
        <p:nvSpPr>
          <p:cNvPr id="9" name="Freeform 8"/>
          <p:cNvSpPr/>
          <p:nvPr/>
        </p:nvSpPr>
        <p:spPr>
          <a:xfrm>
            <a:off x="4739139" y="1585925"/>
            <a:ext cx="1751213" cy="1878350"/>
          </a:xfrm>
          <a:custGeom>
            <a:avLst/>
            <a:gdLst/>
            <a:ahLst/>
            <a:cxnLst/>
            <a:rect l="l" t="t" r="r" b="b"/>
            <a:pathLst>
              <a:path w="1751213" h="1878350">
                <a:moveTo>
                  <a:pt x="0" y="0"/>
                </a:moveTo>
                <a:lnTo>
                  <a:pt x="1488532" y="0"/>
                </a:lnTo>
                <a:lnTo>
                  <a:pt x="1751213" y="939175"/>
                </a:lnTo>
                <a:lnTo>
                  <a:pt x="1488532" y="1878350"/>
                </a:lnTo>
                <a:lnTo>
                  <a:pt x="0" y="1878350"/>
                </a:lnTo>
                <a:lnTo>
                  <a:pt x="262681" y="939175"/>
                </a:lnTo>
                <a:close/>
              </a:path>
            </a:pathLst>
          </a:custGeom>
          <a:solidFill>
            <a:srgbClr val="478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1868" y="1585925"/>
            <a:ext cx="1155803" cy="187835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Outbound
Logistics</a:t>
            </a:r>
          </a:p>
        </p:txBody>
      </p:sp>
      <p:sp>
        <p:nvSpPr>
          <p:cNvPr id="11" name="Freeform 10"/>
          <p:cNvSpPr/>
          <p:nvPr/>
        </p:nvSpPr>
        <p:spPr>
          <a:xfrm>
            <a:off x="6733576" y="1585925"/>
            <a:ext cx="1751213" cy="1878350"/>
          </a:xfrm>
          <a:custGeom>
            <a:avLst/>
            <a:gdLst/>
            <a:ahLst/>
            <a:cxnLst/>
            <a:rect l="l" t="t" r="r" b="b"/>
            <a:pathLst>
              <a:path w="1751213" h="1878350">
                <a:moveTo>
                  <a:pt x="0" y="0"/>
                </a:moveTo>
                <a:lnTo>
                  <a:pt x="1488532" y="0"/>
                </a:lnTo>
                <a:lnTo>
                  <a:pt x="1751213" y="939175"/>
                </a:lnTo>
                <a:lnTo>
                  <a:pt x="1488532" y="1878350"/>
                </a:lnTo>
                <a:lnTo>
                  <a:pt x="0" y="1878350"/>
                </a:lnTo>
                <a:lnTo>
                  <a:pt x="262681" y="939175"/>
                </a:lnTo>
                <a:close/>
              </a:path>
            </a:pathLst>
          </a:custGeom>
          <a:solidFill>
            <a:srgbClr val="46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6305" y="1585925"/>
            <a:ext cx="1155803" cy="187835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Marketing
&amp; Sales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8728013" y="1585925"/>
            <a:ext cx="1751213" cy="1878350"/>
          </a:xfrm>
          <a:custGeom>
            <a:avLst/>
            <a:gdLst/>
            <a:ahLst/>
            <a:cxnLst/>
            <a:rect l="l" t="t" r="r" b="b"/>
            <a:pathLst>
              <a:path w="1751213" h="1878350">
                <a:moveTo>
                  <a:pt x="0" y="0"/>
                </a:moveTo>
                <a:lnTo>
                  <a:pt x="1488532" y="0"/>
                </a:lnTo>
                <a:lnTo>
                  <a:pt x="1751213" y="939175"/>
                </a:lnTo>
                <a:lnTo>
                  <a:pt x="1488532" y="1878350"/>
                </a:lnTo>
                <a:lnTo>
                  <a:pt x="0" y="1878350"/>
                </a:lnTo>
                <a:lnTo>
                  <a:pt x="262681" y="939175"/>
                </a:lnTo>
                <a:close/>
              </a:path>
            </a:pathLst>
          </a:custGeom>
          <a:solidFill>
            <a:srgbClr val="4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0742" y="1585925"/>
            <a:ext cx="1155803" cy="187835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265" y="3608463"/>
            <a:ext cx="9728962" cy="28448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900" b="1">
                <a:solidFill>
                  <a:srgbClr val="475467"/>
                </a:solidFill>
                <a:latin typeface="Public Sans"/>
              </a:rPr>
              <a:t>Support 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265" y="3892943"/>
            <a:ext cx="9728962" cy="360368"/>
          </a:xfrm>
          <a:prstGeom prst="rect">
            <a:avLst/>
          </a:prstGeom>
          <a:solidFill>
            <a:srgbClr val="DB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945" y="3892943"/>
            <a:ext cx="9515602" cy="360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Firm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0265" y="4318832"/>
            <a:ext cx="9728962" cy="360368"/>
          </a:xfrm>
          <a:prstGeom prst="rect">
            <a:avLst/>
          </a:prstGeom>
          <a:solidFill>
            <a:srgbClr val="DB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945" y="4318832"/>
            <a:ext cx="9515602" cy="360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Human Resource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265" y="4744721"/>
            <a:ext cx="9728962" cy="360368"/>
          </a:xfrm>
          <a:prstGeom prst="rect">
            <a:avLst/>
          </a:prstGeom>
          <a:solidFill>
            <a:srgbClr val="DB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945" y="4744721"/>
            <a:ext cx="9515602" cy="360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Technology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0265" y="5170610"/>
            <a:ext cx="9728962" cy="360368"/>
          </a:xfrm>
          <a:prstGeom prst="rect">
            <a:avLst/>
          </a:prstGeom>
          <a:solidFill>
            <a:srgbClr val="DB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945" y="5170610"/>
            <a:ext cx="9515602" cy="3603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Procurement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3050" y="1585925"/>
            <a:ext cx="641469" cy="3945054"/>
          </a:xfrm>
          <a:prstGeom prst="rect">
            <a:avLst/>
          </a:prstGeom>
          <a:solidFill>
            <a:srgbClr val="69A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3050" y="1585925"/>
            <a:ext cx="641469" cy="394505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