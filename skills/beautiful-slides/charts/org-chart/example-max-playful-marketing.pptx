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Global Enterprise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6094" y="2410624"/>
            <a:ext cx="4183264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6094" y="2422054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39138" y="2410624"/>
            <a:ext cx="30022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9138" y="2422054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16498" y="2410624"/>
            <a:ext cx="2519102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2740" y="2422054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6498" y="2410624"/>
            <a:ext cx="4183264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76902" y="2422054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1933" y="4080928"/>
            <a:ext cx="1687021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1933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1374" y="4080928"/>
            <a:ext cx="57758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1374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6094" y="4080928"/>
            <a:ext cx="577581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815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6094" y="4080928"/>
            <a:ext cx="1687022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0256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9697" y="4080928"/>
            <a:ext cx="1132301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9697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39138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39138" y="4080928"/>
            <a:ext cx="1132301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8579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2740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58020" y="4080928"/>
            <a:ext cx="57758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58020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2740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2740" y="4080928"/>
            <a:ext cx="577581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7461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76902" y="3545661"/>
            <a:ext cx="22860" cy="546697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76902" y="4092358"/>
            <a:ext cx="22860" cy="546698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84152" y="1298448"/>
            <a:ext cx="887553" cy="576909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4152" y="1298448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Plus Jakarta Sans"/>
              </a:rPr>
              <a:t>Dr. Alexand…</a:t>
            </a:r>
          </a:p>
          <a:p>
            <a:pPr algn="ctr"/>
            <a:r>
              <a:rPr sz="700" b="0">
                <a:solidFill>
                  <a:srgbClr val="533214"/>
                </a:solidFill>
                <a:latin typeface="Plus Jakarta Sans"/>
              </a:rPr>
              <a:t>Chief Executive Off…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3748" y="2968752"/>
            <a:ext cx="887553" cy="576909"/>
          </a:xfrm>
          <a:prstGeom prst="roundRect">
            <a:avLst/>
          </a:prstGeom>
          <a:solidFill>
            <a:srgbClr val="90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23748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Michael Chr…</a:t>
            </a:r>
          </a:p>
          <a:p>
            <a:pPr algn="ctr"/>
            <a:r>
              <a:rPr sz="700" b="0">
                <a:solidFill>
                  <a:srgbClr val="E3E4D1"/>
                </a:solidFill>
                <a:latin typeface="Plus Jakarta Sans"/>
              </a:rPr>
              <a:t>VP Engineering &amp; Te…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587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587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Sarah Eliza…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Director of Backend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69028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9028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James Rober…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Director of Frontend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78469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8469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Patricia An…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Director of Infrast…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87910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7910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William Tho…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Director of Security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06792" y="2968752"/>
            <a:ext cx="887553" cy="576909"/>
          </a:xfrm>
          <a:prstGeom prst="roundRect">
            <a:avLst/>
          </a:prstGeom>
          <a:solidFill>
            <a:srgbClr val="90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792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Jennifer Ma…</a:t>
            </a:r>
          </a:p>
          <a:p>
            <a:pPr algn="ctr"/>
            <a:r>
              <a:rPr sz="700" b="0">
                <a:solidFill>
                  <a:srgbClr val="E3E4D1"/>
                </a:solidFill>
                <a:latin typeface="Plus Jakarta Sans"/>
              </a:rPr>
              <a:t>VP Product Manageme…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7351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7351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Christopher…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Senior Product Mana…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06792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6792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Jessica Lyn…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Product Manager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6233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6233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Daniel Jame…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Product Analyst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80394" y="2968752"/>
            <a:ext cx="887553" cy="576909"/>
          </a:xfrm>
          <a:prstGeom prst="roundRect">
            <a:avLst/>
          </a:prstGeom>
          <a:solidFill>
            <a:srgbClr val="90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0394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Robert Andr…</a:t>
            </a:r>
          </a:p>
          <a:p>
            <a:pPr algn="ctr"/>
            <a:r>
              <a:rPr sz="700" b="0">
                <a:solidFill>
                  <a:srgbClr val="E3E4D1"/>
                </a:solidFill>
                <a:latin typeface="Plus Jakarta Sans"/>
              </a:rPr>
              <a:t>VP Design &amp; UX Rese…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25674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25674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Amanda Nico…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UX Design Lead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35115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5115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Matthew Rya…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Visual Design Lead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644556" y="2968752"/>
            <a:ext cx="887553" cy="576909"/>
          </a:xfrm>
          <a:prstGeom prst="roundRect">
            <a:avLst/>
          </a:prstGeom>
          <a:solidFill>
            <a:srgbClr val="909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44556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Katharine E…</a:t>
            </a:r>
          </a:p>
          <a:p>
            <a:pPr algn="ctr"/>
            <a:r>
              <a:rPr sz="700" b="0">
                <a:solidFill>
                  <a:srgbClr val="E3E4D1"/>
                </a:solidFill>
                <a:latin typeface="Plus Jakarta Sans"/>
              </a:rPr>
              <a:t>Chief Financial Off…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44556" y="4639056"/>
            <a:ext cx="887553" cy="576909"/>
          </a:xfrm>
          <a:prstGeom prst="roundRect">
            <a:avLst/>
          </a:prstGeom>
          <a:solidFill>
            <a:srgbClr val="21A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4556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Steven Patr…</a:t>
            </a:r>
          </a:p>
          <a:p>
            <a:pPr algn="ctr"/>
            <a:r>
              <a:rPr sz="700" b="0">
                <a:solidFill>
                  <a:srgbClr val="C8EBE2"/>
                </a:solidFill>
                <a:latin typeface="Plus Jakarta Sans"/>
              </a:rPr>
              <a:t>Finance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