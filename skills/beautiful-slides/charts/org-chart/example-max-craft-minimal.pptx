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Global Enterprise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17768" y="1792045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57364" y="2342467"/>
            <a:ext cx="4180724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57364" y="2352627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17768" y="1792045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40408" y="2342467"/>
            <a:ext cx="297680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40408" y="2352627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17768" y="1792045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17768" y="2342467"/>
            <a:ext cx="2516562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4010" y="2352627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17768" y="1792045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17768" y="2342467"/>
            <a:ext cx="4180724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78172" y="2352627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7364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3203" y="4040541"/>
            <a:ext cx="1684481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3203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7364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02644" y="4040541"/>
            <a:ext cx="575040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02644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57364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364" y="4040541"/>
            <a:ext cx="575041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2085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57364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57364" y="4040541"/>
            <a:ext cx="1684482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21526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40408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30967" y="4040541"/>
            <a:ext cx="1129761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0967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40408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40408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40408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40408" y="4040541"/>
            <a:ext cx="1129761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49849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4010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59290" y="4040541"/>
            <a:ext cx="575040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59290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4010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4010" y="4040541"/>
            <a:ext cx="575041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68731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078172" y="3490119"/>
            <a:ext cx="20320" cy="560582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78172" y="4050701"/>
            <a:ext cx="20320" cy="560583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84152" y="1215136"/>
            <a:ext cx="887553" cy="576909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4152" y="121513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Dr. Alexandra…</a:t>
            </a:r>
          </a:p>
          <a:p>
            <a:pPr algn="ctr"/>
            <a:r>
              <a:rPr sz="700" b="0">
                <a:solidFill>
                  <a:srgbClr val="DEE0DC"/>
                </a:solidFill>
                <a:latin typeface="Instrument Sans"/>
              </a:rPr>
              <a:t>Chief Executive Off…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23748" y="2913210"/>
            <a:ext cx="887553" cy="576909"/>
          </a:xfrm>
          <a:prstGeom prst="roundRect">
            <a:avLst/>
          </a:prstGeom>
          <a:solidFill>
            <a:srgbClr val="8A7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23748" y="2913210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Michael Chris…</a:t>
            </a:r>
          </a:p>
          <a:p>
            <a:pPr algn="ctr"/>
            <a:r>
              <a:rPr sz="700" b="0">
                <a:solidFill>
                  <a:srgbClr val="E2DED5"/>
                </a:solidFill>
                <a:latin typeface="Instrument Sans"/>
              </a:rPr>
              <a:t>VP Engineering &amp; Te…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9587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587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Sarah Elizabe…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Director of Backend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69028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69028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James Robert…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Director of Frontend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78469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78469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Patricia Anne…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Director of Infrast…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87910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87910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William Thoma…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Director of Security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06792" y="2913210"/>
            <a:ext cx="887553" cy="576909"/>
          </a:xfrm>
          <a:prstGeom prst="roundRect">
            <a:avLst/>
          </a:prstGeom>
          <a:solidFill>
            <a:srgbClr val="8A7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06792" y="2913210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Jennifer Mari…</a:t>
            </a:r>
          </a:p>
          <a:p>
            <a:pPr algn="ctr"/>
            <a:r>
              <a:rPr sz="700" b="0">
                <a:solidFill>
                  <a:srgbClr val="E2DED5"/>
                </a:solidFill>
                <a:latin typeface="Instrument Sans"/>
              </a:rPr>
              <a:t>VP Product Manageme…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97351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97351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Christopher P…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Senior Product Mana…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06792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06792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Jessica Lynn…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Product Manager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6233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6233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Daniel James…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Product Analyst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80394" y="2913210"/>
            <a:ext cx="887553" cy="576909"/>
          </a:xfrm>
          <a:prstGeom prst="roundRect">
            <a:avLst/>
          </a:prstGeom>
          <a:solidFill>
            <a:srgbClr val="8A7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0394" y="2913210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Robert Andrew…</a:t>
            </a:r>
          </a:p>
          <a:p>
            <a:pPr algn="ctr"/>
            <a:r>
              <a:rPr sz="700" b="0">
                <a:solidFill>
                  <a:srgbClr val="E2DED5"/>
                </a:solidFill>
                <a:latin typeface="Instrument Sans"/>
              </a:rPr>
              <a:t>VP Design &amp; UX Rese…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25674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25674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Amanda Nicole…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UX Design Lead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35115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35115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Matthew Ryan…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Visual Design Lead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644556" y="2913210"/>
            <a:ext cx="887553" cy="576909"/>
          </a:xfrm>
          <a:prstGeom prst="roundRect">
            <a:avLst/>
          </a:prstGeom>
          <a:solidFill>
            <a:srgbClr val="8A7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44556" y="2913210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Katharine Eli…</a:t>
            </a:r>
          </a:p>
          <a:p>
            <a:pPr algn="ctr"/>
            <a:r>
              <a:rPr sz="700" b="0">
                <a:solidFill>
                  <a:srgbClr val="E2DED5"/>
                </a:solidFill>
                <a:latin typeface="Instrument Sans"/>
              </a:rPr>
              <a:t>Chief Financial Off…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44556" y="4611284"/>
            <a:ext cx="887553" cy="576909"/>
          </a:xfrm>
          <a:prstGeom prst="roundRect">
            <a:avLst/>
          </a:prstGeom>
          <a:solidFill>
            <a:srgbClr val="97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44556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strument Sans"/>
              </a:rPr>
              <a:t>Steven Patric…</a:t>
            </a:r>
          </a:p>
          <a:p>
            <a:pPr algn="ctr"/>
            <a:r>
              <a:rPr sz="700" b="0">
                <a:solidFill>
                  <a:srgbClr val="E5DBCF"/>
                </a:solidFill>
                <a:latin typeface="Instrument Sans"/>
              </a:rPr>
              <a:t>Finance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