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512064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100" b="1">
                <a:solidFill>
                  <a:srgbClr val="101828"/>
                </a:solidFill>
                <a:latin typeface="Public Sans"/>
              </a:rPr>
              <a:t>Engineering Organization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975932" y="2056358"/>
            <a:ext cx="17780" cy="400655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20032" y="2448123"/>
            <a:ext cx="3573680" cy="17780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20032" y="2457013"/>
            <a:ext cx="17780" cy="400656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75932" y="2056358"/>
            <a:ext cx="17780" cy="400655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75932" y="2448123"/>
            <a:ext cx="906755" cy="17780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4907" y="2457013"/>
            <a:ext cx="17780" cy="400656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75932" y="2056358"/>
            <a:ext cx="17780" cy="400655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75932" y="2448123"/>
            <a:ext cx="3573680" cy="17780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31832" y="2457013"/>
            <a:ext cx="17780" cy="400656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0032" y="3782203"/>
            <a:ext cx="17780" cy="400655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42082" y="4173968"/>
            <a:ext cx="1795730" cy="17780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42082" y="4182858"/>
            <a:ext cx="17780" cy="400656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0032" y="3782203"/>
            <a:ext cx="17780" cy="400655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0032" y="4182858"/>
            <a:ext cx="17780" cy="400656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20032" y="3782203"/>
            <a:ext cx="17780" cy="400655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20032" y="4173968"/>
            <a:ext cx="1795730" cy="17780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97982" y="4182858"/>
            <a:ext cx="17780" cy="400656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4907" y="3782203"/>
            <a:ext cx="17780" cy="400655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75932" y="4173968"/>
            <a:ext cx="906755" cy="17780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75932" y="4182858"/>
            <a:ext cx="17780" cy="400656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64907" y="3782203"/>
            <a:ext cx="17780" cy="400655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4907" y="4173968"/>
            <a:ext cx="906755" cy="17780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53882" y="4182858"/>
            <a:ext cx="17780" cy="400656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31832" y="3782203"/>
            <a:ext cx="17780" cy="400655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531832" y="4182858"/>
            <a:ext cx="17780" cy="400656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73642" y="1131824"/>
            <a:ext cx="1422360" cy="924534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73642" y="1131824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ublic Sans"/>
              </a:rPr>
              <a:t>Alice Chen</a:t>
            </a:r>
          </a:p>
          <a:p>
            <a:pPr algn="ctr"/>
            <a:r>
              <a:rPr sz="700" b="0">
                <a:solidFill>
                  <a:srgbClr val="C3D2E0"/>
                </a:solidFill>
                <a:latin typeface="Public Sans"/>
              </a:rPr>
              <a:t>CEO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17742" y="2857669"/>
            <a:ext cx="1422360" cy="924534"/>
          </a:xfrm>
          <a:prstGeom prst="rect">
            <a:avLst/>
          </a:prstGeom>
          <a:solidFill>
            <a:srgbClr val="0A5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17742" y="2857669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ublic Sans"/>
              </a:rPr>
              <a:t>Bob Park</a:t>
            </a:r>
          </a:p>
          <a:p>
            <a:pPr algn="ctr"/>
            <a:r>
              <a:rPr sz="700" b="0">
                <a:solidFill>
                  <a:srgbClr val="C2D5D7"/>
                </a:solidFill>
                <a:latin typeface="Public Sans"/>
              </a:rPr>
              <a:t>VP Engineering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9792" y="4583514"/>
            <a:ext cx="1422360" cy="924534"/>
          </a:xfrm>
          <a:prstGeom prst="rect">
            <a:avLst/>
          </a:prstGeom>
          <a:solidFill>
            <a:srgbClr val="05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9792" y="4583514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ublic Sans"/>
              </a:rPr>
              <a:t>Carol Wu</a:t>
            </a:r>
          </a:p>
          <a:p>
            <a:pPr algn="ctr"/>
            <a:r>
              <a:rPr sz="700" b="0">
                <a:solidFill>
                  <a:srgbClr val="C0D7CE"/>
                </a:solidFill>
                <a:latin typeface="Public Sans"/>
              </a:rPr>
              <a:t>Backend Lead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17742" y="4583514"/>
            <a:ext cx="1422360" cy="924534"/>
          </a:xfrm>
          <a:prstGeom prst="rect">
            <a:avLst/>
          </a:prstGeom>
          <a:solidFill>
            <a:srgbClr val="05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17742" y="4583514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ublic Sans"/>
              </a:rPr>
              <a:t>Dan Lee</a:t>
            </a:r>
          </a:p>
          <a:p>
            <a:pPr algn="ctr"/>
            <a:r>
              <a:rPr sz="700" b="0">
                <a:solidFill>
                  <a:srgbClr val="C0D7CE"/>
                </a:solidFill>
                <a:latin typeface="Public Sans"/>
              </a:rPr>
              <a:t>Frontend Lead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95692" y="4583514"/>
            <a:ext cx="1422360" cy="924534"/>
          </a:xfrm>
          <a:prstGeom prst="rect">
            <a:avLst/>
          </a:prstGeom>
          <a:solidFill>
            <a:srgbClr val="05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95692" y="4583514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ublic Sans"/>
              </a:rPr>
              <a:t>Grace Kim</a:t>
            </a:r>
          </a:p>
          <a:p>
            <a:pPr algn="ctr"/>
            <a:r>
              <a:rPr sz="700" b="0">
                <a:solidFill>
                  <a:srgbClr val="C0D7CE"/>
                </a:solidFill>
                <a:latin typeface="Public Sans"/>
              </a:rPr>
              <a:t>Infra Lead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62617" y="2857669"/>
            <a:ext cx="1422360" cy="924534"/>
          </a:xfrm>
          <a:prstGeom prst="rect">
            <a:avLst/>
          </a:prstGeom>
          <a:solidFill>
            <a:srgbClr val="0A5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62617" y="2857669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ublic Sans"/>
              </a:rPr>
              <a:t>Eve Rao</a:t>
            </a:r>
          </a:p>
          <a:p>
            <a:pPr algn="ctr"/>
            <a:r>
              <a:rPr sz="700" b="0">
                <a:solidFill>
                  <a:srgbClr val="C2D5D7"/>
                </a:solidFill>
                <a:latin typeface="Public Sans"/>
              </a:rPr>
              <a:t>VP Product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73642" y="4583514"/>
            <a:ext cx="1422360" cy="924534"/>
          </a:xfrm>
          <a:prstGeom prst="rect">
            <a:avLst/>
          </a:prstGeom>
          <a:solidFill>
            <a:srgbClr val="05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73642" y="4583514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ublic Sans"/>
              </a:rPr>
              <a:t>Frank Li</a:t>
            </a:r>
          </a:p>
          <a:p>
            <a:pPr algn="ctr"/>
            <a:r>
              <a:rPr sz="700" b="0">
                <a:solidFill>
                  <a:srgbClr val="C0D7CE"/>
                </a:solidFill>
                <a:latin typeface="Public Sans"/>
              </a:rPr>
              <a:t>Sr. PM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592" y="4583514"/>
            <a:ext cx="1422360" cy="924534"/>
          </a:xfrm>
          <a:prstGeom prst="rect">
            <a:avLst/>
          </a:prstGeom>
          <a:solidFill>
            <a:srgbClr val="05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51592" y="4583514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ublic Sans"/>
              </a:rPr>
              <a:t>Hana Sato</a:t>
            </a:r>
          </a:p>
          <a:p>
            <a:pPr algn="ctr"/>
            <a:r>
              <a:rPr sz="700" b="0">
                <a:solidFill>
                  <a:srgbClr val="C0D7CE"/>
                </a:solidFill>
                <a:latin typeface="Public Sans"/>
              </a:rPr>
              <a:t>PM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29542" y="2857669"/>
            <a:ext cx="1422360" cy="924534"/>
          </a:xfrm>
          <a:prstGeom prst="rect">
            <a:avLst/>
          </a:prstGeom>
          <a:solidFill>
            <a:srgbClr val="0A5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29542" y="2857669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ublic Sans"/>
              </a:rPr>
              <a:t>Ivan Petrov</a:t>
            </a:r>
          </a:p>
          <a:p>
            <a:pPr algn="ctr"/>
            <a:r>
              <a:rPr sz="700" b="0">
                <a:solidFill>
                  <a:srgbClr val="C2D5D7"/>
                </a:solidFill>
                <a:latin typeface="Public Sans"/>
              </a:rPr>
              <a:t>VP Design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29542" y="4583514"/>
            <a:ext cx="1422360" cy="924534"/>
          </a:xfrm>
          <a:prstGeom prst="rect">
            <a:avLst/>
          </a:prstGeom>
          <a:solidFill>
            <a:srgbClr val="05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29542" y="4583514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ublic Sans"/>
              </a:rPr>
              <a:t>Jade Obi</a:t>
            </a:r>
          </a:p>
          <a:p>
            <a:pPr algn="ctr"/>
            <a:r>
              <a:rPr sz="700" b="0">
                <a:solidFill>
                  <a:srgbClr val="C0D7CE"/>
                </a:solidFill>
                <a:latin typeface="Public Sans"/>
              </a:rPr>
              <a:t>UX Lead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