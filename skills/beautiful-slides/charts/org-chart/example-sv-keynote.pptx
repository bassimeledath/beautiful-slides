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7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48640"/>
            <a:ext cx="11094415" cy="576072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658368"/>
          </a:xfrm>
          <a:prstGeom prst="rect">
            <a:avLst/>
          </a:prstGeom>
          <a:noFill/>
        </p:spPr>
        <p:txBody>
          <a:bodyPr wrap="square" lIns="38100" rIns="38100" tIns="25400" bIns="25400" anchor="t">
            <a:spAutoFit/>
          </a:bodyPr>
          <a:lstStyle/>
          <a:p>
            <a:pPr algn="l"/>
            <a:r>
              <a:rPr sz="2700" b="1">
                <a:solidFill>
                  <a:srgbClr val="F5F7FA"/>
                </a:solidFill>
                <a:latin typeface="Manrope"/>
              </a:rPr>
              <a:t>Engineering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973392" y="2222982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417492" y="2584437"/>
            <a:ext cx="3578760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417492" y="2595867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73392" y="2222982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73392" y="2584437"/>
            <a:ext cx="911835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2367" y="2595867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73392" y="2222982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73392" y="2584437"/>
            <a:ext cx="3578760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29292" y="2595867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17492" y="3893286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39542" y="4254741"/>
            <a:ext cx="1800810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639542" y="4266171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17492" y="3893286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17492" y="4266171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7492" y="3893286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17492" y="4254741"/>
            <a:ext cx="1800810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95442" y="4266171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2367" y="3893286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973392" y="4254741"/>
            <a:ext cx="911835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973392" y="4266171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62367" y="3893286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862367" y="4254741"/>
            <a:ext cx="911835" cy="22860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751342" y="4266171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29292" y="3893286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529292" y="4266171"/>
            <a:ext cx="22860" cy="372885"/>
          </a:xfrm>
          <a:prstGeom prst="rect">
            <a:avLst/>
          </a:prstGeom>
          <a:solidFill>
            <a:srgbClr val="76B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73642" y="1298448"/>
            <a:ext cx="1422360" cy="924534"/>
          </a:xfrm>
          <a:prstGeom prst="roundRect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73642" y="1298448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Manrope"/>
              </a:rPr>
              <a:t>Alice Chen</a:t>
            </a:r>
          </a:p>
          <a:p>
            <a:pPr algn="ctr"/>
            <a:r>
              <a:rPr sz="900" b="0">
                <a:solidFill>
                  <a:srgbClr val="1C4853"/>
                </a:solidFill>
                <a:latin typeface="Manrope"/>
              </a:rPr>
              <a:t>CEO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17742" y="2968752"/>
            <a:ext cx="1422360" cy="924534"/>
          </a:xfrm>
          <a:prstGeom prst="roundRect">
            <a:avLst/>
          </a:prstGeom>
          <a:solidFill>
            <a:srgbClr val="1C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17742" y="2968752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Manrope"/>
              </a:rPr>
              <a:t>Bob Park</a:t>
            </a:r>
          </a:p>
          <a:p>
            <a:pPr algn="ctr"/>
            <a:r>
              <a:rPr sz="900" b="0">
                <a:solidFill>
                  <a:srgbClr val="1A4441"/>
                </a:solidFill>
                <a:latin typeface="Manrope"/>
              </a:rPr>
              <a:t>VP Engineering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9792" y="4639056"/>
            <a:ext cx="1422360" cy="924534"/>
          </a:xfrm>
          <a:prstGeom prst="roundRect">
            <a:avLst/>
          </a:prstGeom>
          <a:solidFill>
            <a:srgbClr val="17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979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Carol Wu</a:t>
            </a:r>
          </a:p>
          <a:p>
            <a:pPr algn="ctr"/>
            <a:r>
              <a:rPr sz="900" b="0">
                <a:solidFill>
                  <a:srgbClr val="C5ECDA"/>
                </a:solidFill>
                <a:latin typeface="Manrope"/>
              </a:rPr>
              <a:t>Backend Lead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17742" y="4639056"/>
            <a:ext cx="1422360" cy="924534"/>
          </a:xfrm>
          <a:prstGeom prst="roundRect">
            <a:avLst/>
          </a:prstGeom>
          <a:solidFill>
            <a:srgbClr val="17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1774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Dan Lee</a:t>
            </a:r>
          </a:p>
          <a:p>
            <a:pPr algn="ctr"/>
            <a:r>
              <a:rPr sz="900" b="0">
                <a:solidFill>
                  <a:srgbClr val="C5ECDA"/>
                </a:solidFill>
                <a:latin typeface="Manrope"/>
              </a:rPr>
              <a:t>Frontend Lead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95692" y="4639056"/>
            <a:ext cx="1422360" cy="924534"/>
          </a:xfrm>
          <a:prstGeom prst="roundRect">
            <a:avLst/>
          </a:prstGeom>
          <a:solidFill>
            <a:srgbClr val="17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9569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Grace Kim</a:t>
            </a:r>
          </a:p>
          <a:p>
            <a:pPr algn="ctr"/>
            <a:r>
              <a:rPr sz="900" b="0">
                <a:solidFill>
                  <a:srgbClr val="C5ECDA"/>
                </a:solidFill>
                <a:latin typeface="Manrope"/>
              </a:rPr>
              <a:t>Infra Lead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62617" y="2968752"/>
            <a:ext cx="1422360" cy="924534"/>
          </a:xfrm>
          <a:prstGeom prst="roundRect">
            <a:avLst/>
          </a:prstGeom>
          <a:solidFill>
            <a:srgbClr val="1C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62617" y="2968752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Manrope"/>
              </a:rPr>
              <a:t>Eve Rao</a:t>
            </a:r>
          </a:p>
          <a:p>
            <a:pPr algn="ctr"/>
            <a:r>
              <a:rPr sz="900" b="0">
                <a:solidFill>
                  <a:srgbClr val="1A4441"/>
                </a:solidFill>
                <a:latin typeface="Manrope"/>
              </a:rPr>
              <a:t>VP Product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3642" y="4639056"/>
            <a:ext cx="1422360" cy="924534"/>
          </a:xfrm>
          <a:prstGeom prst="roundRect">
            <a:avLst/>
          </a:prstGeom>
          <a:solidFill>
            <a:srgbClr val="17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364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Frank Li</a:t>
            </a:r>
          </a:p>
          <a:p>
            <a:pPr algn="ctr"/>
            <a:r>
              <a:rPr sz="900" b="0">
                <a:solidFill>
                  <a:srgbClr val="C5ECDA"/>
                </a:solidFill>
                <a:latin typeface="Manrope"/>
              </a:rPr>
              <a:t>Sr. PM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51592" y="4639056"/>
            <a:ext cx="1422360" cy="924534"/>
          </a:xfrm>
          <a:prstGeom prst="roundRect">
            <a:avLst/>
          </a:prstGeom>
          <a:solidFill>
            <a:srgbClr val="17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5159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Hana Sato</a:t>
            </a:r>
          </a:p>
          <a:p>
            <a:pPr algn="ctr"/>
            <a:r>
              <a:rPr sz="900" b="0">
                <a:solidFill>
                  <a:srgbClr val="C5ECDA"/>
                </a:solidFill>
                <a:latin typeface="Manrope"/>
              </a:rPr>
              <a:t>PM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829542" y="2968752"/>
            <a:ext cx="1422360" cy="924534"/>
          </a:xfrm>
          <a:prstGeom prst="roundRect">
            <a:avLst/>
          </a:prstGeom>
          <a:solidFill>
            <a:srgbClr val="1CC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829542" y="2968752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1A1A1A"/>
                </a:solidFill>
                <a:latin typeface="Manrope"/>
              </a:rPr>
              <a:t>Ivan Petrov</a:t>
            </a:r>
          </a:p>
          <a:p>
            <a:pPr algn="ctr"/>
            <a:r>
              <a:rPr sz="900" b="0">
                <a:solidFill>
                  <a:srgbClr val="1A4441"/>
                </a:solidFill>
                <a:latin typeface="Manrope"/>
              </a:rPr>
              <a:t>VP Design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829542" y="4639056"/>
            <a:ext cx="1422360" cy="924534"/>
          </a:xfrm>
          <a:prstGeom prst="roundRect">
            <a:avLst/>
          </a:prstGeom>
          <a:solidFill>
            <a:srgbClr val="17B3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829542" y="4639056"/>
            <a:ext cx="1422360" cy="924534"/>
          </a:xfrm>
          <a:prstGeom prst="rect">
            <a:avLst/>
          </a:prstGeom>
          <a:noFill/>
        </p:spPr>
        <p:txBody>
          <a:bodyPr wrap="square" lIns="50800" rIns="50800" tIns="38100" bIns="3810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anrope"/>
              </a:rPr>
              <a:t>Jade Obi</a:t>
            </a:r>
          </a:p>
          <a:p>
            <a:pPr algn="ctr"/>
            <a:r>
              <a:rPr sz="900" b="0">
                <a:solidFill>
                  <a:srgbClr val="C5ECDA"/>
                </a:solidFill>
                <a:latin typeface="Manrope"/>
              </a:rPr>
              <a:t>UX Lead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