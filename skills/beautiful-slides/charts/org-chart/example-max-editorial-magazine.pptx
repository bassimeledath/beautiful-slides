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Global Enterprise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917768" y="1792045"/>
            <a:ext cx="20320" cy="560582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57364" y="2342467"/>
            <a:ext cx="4180724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57364" y="2352627"/>
            <a:ext cx="20320" cy="560583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17768" y="1792045"/>
            <a:ext cx="20320" cy="560582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40408" y="2342467"/>
            <a:ext cx="297680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40408" y="2352627"/>
            <a:ext cx="20320" cy="560583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17768" y="1792045"/>
            <a:ext cx="20320" cy="560582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17768" y="2342467"/>
            <a:ext cx="2516562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4010" y="2352627"/>
            <a:ext cx="20320" cy="560583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17768" y="1792045"/>
            <a:ext cx="20320" cy="560582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17768" y="2342467"/>
            <a:ext cx="4180724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078172" y="2352627"/>
            <a:ext cx="20320" cy="560583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57364" y="3490119"/>
            <a:ext cx="20320" cy="560582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3203" y="4040541"/>
            <a:ext cx="1684481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3203" y="4050701"/>
            <a:ext cx="20320" cy="560583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57364" y="3490119"/>
            <a:ext cx="20320" cy="560582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02644" y="4040541"/>
            <a:ext cx="575040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02644" y="4050701"/>
            <a:ext cx="20320" cy="560583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57364" y="3490119"/>
            <a:ext cx="20320" cy="560582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7364" y="4040541"/>
            <a:ext cx="575041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2085" y="4050701"/>
            <a:ext cx="20320" cy="560583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57364" y="3490119"/>
            <a:ext cx="20320" cy="560582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57364" y="4040541"/>
            <a:ext cx="1684482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21526" y="4050701"/>
            <a:ext cx="20320" cy="560583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40408" y="3490119"/>
            <a:ext cx="20320" cy="560582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30967" y="4040541"/>
            <a:ext cx="1129761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30967" y="4050701"/>
            <a:ext cx="20320" cy="560583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40408" y="3490119"/>
            <a:ext cx="20320" cy="560582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40408" y="4050701"/>
            <a:ext cx="20320" cy="560583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40408" y="3490119"/>
            <a:ext cx="20320" cy="560582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40408" y="4040541"/>
            <a:ext cx="1129761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49849" y="4050701"/>
            <a:ext cx="20320" cy="560583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4010" y="3490119"/>
            <a:ext cx="20320" cy="560582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59290" y="4040541"/>
            <a:ext cx="575040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59290" y="4050701"/>
            <a:ext cx="20320" cy="560583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4010" y="3490119"/>
            <a:ext cx="20320" cy="560582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14010" y="4040541"/>
            <a:ext cx="575041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68731" y="4050701"/>
            <a:ext cx="20320" cy="560583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078172" y="3490119"/>
            <a:ext cx="20320" cy="560582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078172" y="4050701"/>
            <a:ext cx="20320" cy="560583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84152" y="1215136"/>
            <a:ext cx="887553" cy="576909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4152" y="121513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Dr. Alexandra…</a:t>
            </a:r>
          </a:p>
          <a:p>
            <a:pPr algn="ctr"/>
            <a:r>
              <a:rPr sz="700" b="0">
                <a:solidFill>
                  <a:srgbClr val="E2CBCE"/>
                </a:solidFill>
                <a:latin typeface="Newsreader"/>
              </a:rPr>
              <a:t>Chief Executive Off…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23748" y="2913210"/>
            <a:ext cx="887553" cy="576909"/>
          </a:xfrm>
          <a:prstGeom prst="rect">
            <a:avLst/>
          </a:prstGeom>
          <a:solidFill>
            <a:srgbClr val="934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23748" y="2913210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Michael Chris…</a:t>
            </a:r>
          </a:p>
          <a:p>
            <a:pPr algn="ctr"/>
            <a:r>
              <a:rPr sz="700" b="0">
                <a:solidFill>
                  <a:srgbClr val="E4D0C7"/>
                </a:solidFill>
                <a:latin typeface="Newsreader"/>
              </a:rPr>
              <a:t>VP Engineering &amp; Te…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9587" y="4611284"/>
            <a:ext cx="887553" cy="576909"/>
          </a:xfrm>
          <a:prstGeom prst="rect">
            <a:avLst/>
          </a:prstGeom>
          <a:solidFill>
            <a:srgbClr val="9A5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9587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Sarah Elizabe…</a:t>
            </a:r>
          </a:p>
          <a:p>
            <a:pPr algn="ctr"/>
            <a:r>
              <a:rPr sz="700" b="0">
                <a:solidFill>
                  <a:srgbClr val="E6D5C1"/>
                </a:solidFill>
                <a:latin typeface="Newsreader"/>
              </a:rPr>
              <a:t>Director of Backend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69028" y="4611284"/>
            <a:ext cx="887553" cy="576909"/>
          </a:xfrm>
          <a:prstGeom prst="rect">
            <a:avLst/>
          </a:prstGeom>
          <a:solidFill>
            <a:srgbClr val="9A5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69028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James Robert…</a:t>
            </a:r>
          </a:p>
          <a:p>
            <a:pPr algn="ctr"/>
            <a:r>
              <a:rPr sz="700" b="0">
                <a:solidFill>
                  <a:srgbClr val="E6D5C1"/>
                </a:solidFill>
                <a:latin typeface="Newsreader"/>
              </a:rPr>
              <a:t>Director of Frontend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78469" y="4611284"/>
            <a:ext cx="887553" cy="576909"/>
          </a:xfrm>
          <a:prstGeom prst="rect">
            <a:avLst/>
          </a:prstGeom>
          <a:solidFill>
            <a:srgbClr val="9A5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78469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Patricia Anne…</a:t>
            </a:r>
          </a:p>
          <a:p>
            <a:pPr algn="ctr"/>
            <a:r>
              <a:rPr sz="700" b="0">
                <a:solidFill>
                  <a:srgbClr val="E6D5C1"/>
                </a:solidFill>
                <a:latin typeface="Newsreader"/>
              </a:rPr>
              <a:t>Director of Infrast…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87910" y="4611284"/>
            <a:ext cx="887553" cy="576909"/>
          </a:xfrm>
          <a:prstGeom prst="rect">
            <a:avLst/>
          </a:prstGeom>
          <a:solidFill>
            <a:srgbClr val="9A5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87910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William Thoma…</a:t>
            </a:r>
          </a:p>
          <a:p>
            <a:pPr algn="ctr"/>
            <a:r>
              <a:rPr sz="700" b="0">
                <a:solidFill>
                  <a:srgbClr val="E6D5C1"/>
                </a:solidFill>
                <a:latin typeface="Newsreader"/>
              </a:rPr>
              <a:t>Director of Security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06792" y="2913210"/>
            <a:ext cx="887553" cy="576909"/>
          </a:xfrm>
          <a:prstGeom prst="rect">
            <a:avLst/>
          </a:prstGeom>
          <a:solidFill>
            <a:srgbClr val="934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06792" y="2913210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Jennifer Mari…</a:t>
            </a:r>
          </a:p>
          <a:p>
            <a:pPr algn="ctr"/>
            <a:r>
              <a:rPr sz="700" b="0">
                <a:solidFill>
                  <a:srgbClr val="E4D0C7"/>
                </a:solidFill>
                <a:latin typeface="Newsreader"/>
              </a:rPr>
              <a:t>VP Product Manageme…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97351" y="4611284"/>
            <a:ext cx="887553" cy="576909"/>
          </a:xfrm>
          <a:prstGeom prst="rect">
            <a:avLst/>
          </a:prstGeom>
          <a:solidFill>
            <a:srgbClr val="9A5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97351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Christopher P…</a:t>
            </a:r>
          </a:p>
          <a:p>
            <a:pPr algn="ctr"/>
            <a:r>
              <a:rPr sz="700" b="0">
                <a:solidFill>
                  <a:srgbClr val="E6D5C1"/>
                </a:solidFill>
                <a:latin typeface="Newsreader"/>
              </a:rPr>
              <a:t>Senior Product Mana…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06792" y="4611284"/>
            <a:ext cx="887553" cy="576909"/>
          </a:xfrm>
          <a:prstGeom prst="rect">
            <a:avLst/>
          </a:prstGeom>
          <a:solidFill>
            <a:srgbClr val="9A5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06792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Jessica Lynn…</a:t>
            </a:r>
          </a:p>
          <a:p>
            <a:pPr algn="ctr"/>
            <a:r>
              <a:rPr sz="700" b="0">
                <a:solidFill>
                  <a:srgbClr val="E6D5C1"/>
                </a:solidFill>
                <a:latin typeface="Newsreader"/>
              </a:rPr>
              <a:t>Product Manager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6233" y="4611284"/>
            <a:ext cx="887553" cy="576909"/>
          </a:xfrm>
          <a:prstGeom prst="rect">
            <a:avLst/>
          </a:prstGeom>
          <a:solidFill>
            <a:srgbClr val="9A5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6233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Daniel James…</a:t>
            </a:r>
          </a:p>
          <a:p>
            <a:pPr algn="ctr"/>
            <a:r>
              <a:rPr sz="700" b="0">
                <a:solidFill>
                  <a:srgbClr val="E6D5C1"/>
                </a:solidFill>
                <a:latin typeface="Newsreader"/>
              </a:rPr>
              <a:t>Product Analyst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80394" y="2913210"/>
            <a:ext cx="887553" cy="576909"/>
          </a:xfrm>
          <a:prstGeom prst="rect">
            <a:avLst/>
          </a:prstGeom>
          <a:solidFill>
            <a:srgbClr val="934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0394" y="2913210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Robert Andrew…</a:t>
            </a:r>
          </a:p>
          <a:p>
            <a:pPr algn="ctr"/>
            <a:r>
              <a:rPr sz="700" b="0">
                <a:solidFill>
                  <a:srgbClr val="E4D0C7"/>
                </a:solidFill>
                <a:latin typeface="Newsreader"/>
              </a:rPr>
              <a:t>VP Design &amp; UX Rese…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25674" y="4611284"/>
            <a:ext cx="887553" cy="576909"/>
          </a:xfrm>
          <a:prstGeom prst="rect">
            <a:avLst/>
          </a:prstGeom>
          <a:solidFill>
            <a:srgbClr val="9A5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25674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Amanda Nicole…</a:t>
            </a:r>
          </a:p>
          <a:p>
            <a:pPr algn="ctr"/>
            <a:r>
              <a:rPr sz="700" b="0">
                <a:solidFill>
                  <a:srgbClr val="E6D5C1"/>
                </a:solidFill>
                <a:latin typeface="Newsreader"/>
              </a:rPr>
              <a:t>UX Design Lead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35115" y="4611284"/>
            <a:ext cx="887553" cy="576909"/>
          </a:xfrm>
          <a:prstGeom prst="rect">
            <a:avLst/>
          </a:prstGeom>
          <a:solidFill>
            <a:srgbClr val="9A5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35115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Matthew Ryan…</a:t>
            </a:r>
          </a:p>
          <a:p>
            <a:pPr algn="ctr"/>
            <a:r>
              <a:rPr sz="700" b="0">
                <a:solidFill>
                  <a:srgbClr val="E6D5C1"/>
                </a:solidFill>
                <a:latin typeface="Newsreader"/>
              </a:rPr>
              <a:t>Visual Design Lead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644556" y="2913210"/>
            <a:ext cx="887553" cy="576909"/>
          </a:xfrm>
          <a:prstGeom prst="rect">
            <a:avLst/>
          </a:prstGeom>
          <a:solidFill>
            <a:srgbClr val="934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44556" y="2913210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Katharine Eli…</a:t>
            </a:r>
          </a:p>
          <a:p>
            <a:pPr algn="ctr"/>
            <a:r>
              <a:rPr sz="700" b="0">
                <a:solidFill>
                  <a:srgbClr val="E4D0C7"/>
                </a:solidFill>
                <a:latin typeface="Newsreader"/>
              </a:rPr>
              <a:t>Chief Financial Off…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644556" y="4611284"/>
            <a:ext cx="887553" cy="576909"/>
          </a:xfrm>
          <a:prstGeom prst="rect">
            <a:avLst/>
          </a:prstGeom>
          <a:solidFill>
            <a:srgbClr val="9A5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44556" y="461128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wsreader"/>
              </a:rPr>
              <a:t>Steven Patric…</a:t>
            </a:r>
          </a:p>
          <a:p>
            <a:pPr algn="ctr"/>
            <a:r>
              <a:rPr sz="700" b="0">
                <a:solidFill>
                  <a:srgbClr val="E6D5C1"/>
                </a:solidFill>
                <a:latin typeface="Newsreader"/>
              </a:rPr>
              <a:t>Finance Director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