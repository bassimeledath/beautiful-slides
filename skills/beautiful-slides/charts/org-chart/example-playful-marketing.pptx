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4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FFF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1B1B1F"/>
                </a:solidFill>
                <a:latin typeface="Bricolage Grotesque"/>
              </a:rPr>
              <a:t>Engineering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73392" y="2222982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7492" y="2584437"/>
            <a:ext cx="357876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17492" y="2595867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3392" y="2222982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73392" y="2584437"/>
            <a:ext cx="911835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2367" y="2595867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73392" y="2222982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3392" y="2584437"/>
            <a:ext cx="357876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29292" y="2595867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7492" y="3893286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39542" y="4254741"/>
            <a:ext cx="180081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39542" y="4266171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7492" y="3893286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7492" y="4266171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7492" y="3893286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7492" y="4254741"/>
            <a:ext cx="1800810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5442" y="4266171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2367" y="3893286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73392" y="4254741"/>
            <a:ext cx="911835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3392" y="4266171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2367" y="3893286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2367" y="4254741"/>
            <a:ext cx="911835" cy="22860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51342" y="4266171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29292" y="3893286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29292" y="4266171"/>
            <a:ext cx="22860" cy="372885"/>
          </a:xfrm>
          <a:prstGeom prst="rect">
            <a:avLst/>
          </a:prstGeom>
          <a:solidFill>
            <a:srgbClr val="9A6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3642" y="1298448"/>
            <a:ext cx="1422360" cy="924534"/>
          </a:xfrm>
          <a:prstGeom prst="roundRect">
            <a:avLst/>
          </a:prstGeom>
          <a:solidFill>
            <a:srgbClr val="FF7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3642" y="1298448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Plus Jakarta Sans"/>
              </a:rPr>
              <a:t>Alice Chen</a:t>
            </a:r>
          </a:p>
          <a:p>
            <a:pPr algn="ctr"/>
            <a:r>
              <a:rPr sz="900" b="0">
                <a:solidFill>
                  <a:srgbClr val="533214"/>
                </a:solidFill>
                <a:latin typeface="Plus Jakarta Sans"/>
              </a:rPr>
              <a:t>CEO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7742" y="2968752"/>
            <a:ext cx="1422360" cy="924534"/>
          </a:xfrm>
          <a:prstGeom prst="roundRect">
            <a:avLst/>
          </a:prstGeom>
          <a:solidFill>
            <a:srgbClr val="879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7742" y="2968752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Bob Park</a:t>
            </a:r>
          </a:p>
          <a:p>
            <a:pPr algn="ctr"/>
            <a:r>
              <a:rPr sz="900" b="0">
                <a:solidFill>
                  <a:srgbClr val="E1E5D2"/>
                </a:solidFill>
                <a:latin typeface="Plus Jakarta Sans"/>
              </a:rPr>
              <a:t>VP Engineering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792" y="4639056"/>
            <a:ext cx="1422360" cy="924534"/>
          </a:xfrm>
          <a:prstGeom prst="roundRect">
            <a:avLst/>
          </a:prstGeom>
          <a:solidFill>
            <a:srgbClr val="0F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79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Carol Wu</a:t>
            </a:r>
          </a:p>
          <a:p>
            <a:pPr algn="ctr"/>
            <a:r>
              <a:rPr sz="900" b="0">
                <a:solidFill>
                  <a:srgbClr val="C3ECE6"/>
                </a:solidFill>
                <a:latin typeface="Plus Jakarta Sans"/>
              </a:rPr>
              <a:t>Backend Lead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7742" y="4639056"/>
            <a:ext cx="1422360" cy="924534"/>
          </a:xfrm>
          <a:prstGeom prst="roundRect">
            <a:avLst/>
          </a:prstGeom>
          <a:solidFill>
            <a:srgbClr val="0F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774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Dan Lee</a:t>
            </a:r>
          </a:p>
          <a:p>
            <a:pPr algn="ctr"/>
            <a:r>
              <a:rPr sz="900" b="0">
                <a:solidFill>
                  <a:srgbClr val="C3ECE6"/>
                </a:solidFill>
                <a:latin typeface="Plus Jakarta Sans"/>
              </a:rPr>
              <a:t>Frontend Lead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5692" y="4639056"/>
            <a:ext cx="1422360" cy="924534"/>
          </a:xfrm>
          <a:prstGeom prst="roundRect">
            <a:avLst/>
          </a:prstGeom>
          <a:solidFill>
            <a:srgbClr val="0F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69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Grace Kim</a:t>
            </a:r>
          </a:p>
          <a:p>
            <a:pPr algn="ctr"/>
            <a:r>
              <a:rPr sz="900" b="0">
                <a:solidFill>
                  <a:srgbClr val="C3ECE6"/>
                </a:solidFill>
                <a:latin typeface="Plus Jakarta Sans"/>
              </a:rPr>
              <a:t>Infra Lead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62617" y="2968752"/>
            <a:ext cx="1422360" cy="924534"/>
          </a:xfrm>
          <a:prstGeom prst="roundRect">
            <a:avLst/>
          </a:prstGeom>
          <a:solidFill>
            <a:srgbClr val="879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2617" y="2968752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Eve Rao</a:t>
            </a:r>
          </a:p>
          <a:p>
            <a:pPr algn="ctr"/>
            <a:r>
              <a:rPr sz="900" b="0">
                <a:solidFill>
                  <a:srgbClr val="E1E5D2"/>
                </a:solidFill>
                <a:latin typeface="Plus Jakarta Sans"/>
              </a:rPr>
              <a:t>VP Product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3642" y="4639056"/>
            <a:ext cx="1422360" cy="924534"/>
          </a:xfrm>
          <a:prstGeom prst="roundRect">
            <a:avLst/>
          </a:prstGeom>
          <a:solidFill>
            <a:srgbClr val="0F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364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Frank Li</a:t>
            </a:r>
          </a:p>
          <a:p>
            <a:pPr algn="ctr"/>
            <a:r>
              <a:rPr sz="900" b="0">
                <a:solidFill>
                  <a:srgbClr val="C3ECE6"/>
                </a:solidFill>
                <a:latin typeface="Plus Jakarta Sans"/>
              </a:rPr>
              <a:t>Sr. PM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51592" y="4639056"/>
            <a:ext cx="1422360" cy="924534"/>
          </a:xfrm>
          <a:prstGeom prst="roundRect">
            <a:avLst/>
          </a:prstGeom>
          <a:solidFill>
            <a:srgbClr val="0F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159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Hana Sato</a:t>
            </a:r>
          </a:p>
          <a:p>
            <a:pPr algn="ctr"/>
            <a:r>
              <a:rPr sz="900" b="0">
                <a:solidFill>
                  <a:srgbClr val="C3ECE6"/>
                </a:solidFill>
                <a:latin typeface="Plus Jakarta Sans"/>
              </a:rPr>
              <a:t>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542" y="2968752"/>
            <a:ext cx="1422360" cy="924534"/>
          </a:xfrm>
          <a:prstGeom prst="roundRect">
            <a:avLst/>
          </a:prstGeom>
          <a:solidFill>
            <a:srgbClr val="879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542" y="2968752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Ivan Petrov</a:t>
            </a:r>
          </a:p>
          <a:p>
            <a:pPr algn="ctr"/>
            <a:r>
              <a:rPr sz="900" b="0">
                <a:solidFill>
                  <a:srgbClr val="E1E5D2"/>
                </a:solidFill>
                <a:latin typeface="Plus Jakarta Sans"/>
              </a:rPr>
              <a:t>VP Design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542" y="4639056"/>
            <a:ext cx="1422360" cy="924534"/>
          </a:xfrm>
          <a:prstGeom prst="roundRect">
            <a:avLst/>
          </a:prstGeom>
          <a:solidFill>
            <a:srgbClr val="0FB2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54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Plus Jakarta Sans"/>
              </a:rPr>
              <a:t>Jade Obi</a:t>
            </a:r>
          </a:p>
          <a:p>
            <a:pPr algn="ctr"/>
            <a:r>
              <a:rPr sz="900" b="0">
                <a:solidFill>
                  <a:srgbClr val="C3ECE6"/>
                </a:solidFill>
                <a:latin typeface="Plus Jakarta Sans"/>
              </a:rPr>
              <a:t>UX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