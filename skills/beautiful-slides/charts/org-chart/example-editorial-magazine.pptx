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Engineering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74662" y="2139670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8762" y="2516280"/>
            <a:ext cx="357622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18762" y="2526440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4662" y="2139670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74662" y="2516280"/>
            <a:ext cx="909295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637" y="2526440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74662" y="2139670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4662" y="2516280"/>
            <a:ext cx="357622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30562" y="2526440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8762" y="383774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0812" y="4214354"/>
            <a:ext cx="179827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0812" y="422451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8762" y="383774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8762" y="422451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8762" y="383774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8762" y="4214354"/>
            <a:ext cx="1798270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6712" y="422451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637" y="383774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74662" y="4214354"/>
            <a:ext cx="909295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4662" y="422451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637" y="383774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637" y="4214354"/>
            <a:ext cx="909295" cy="2032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52612" y="422451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30562" y="383774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30562" y="4224514"/>
            <a:ext cx="20320" cy="386770"/>
          </a:xfrm>
          <a:prstGeom prst="rect">
            <a:avLst/>
          </a:prstGeom>
          <a:solidFill>
            <a:srgbClr val="785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3642" y="1215136"/>
            <a:ext cx="1422360" cy="924534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3642" y="121513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Alice Chen</a:t>
            </a:r>
          </a:p>
          <a:p>
            <a:pPr algn="ctr"/>
            <a:r>
              <a:rPr sz="800" b="0">
                <a:solidFill>
                  <a:srgbClr val="E2CBCE"/>
                </a:solidFill>
                <a:latin typeface="Newsreader"/>
              </a:rPr>
              <a:t>CEO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17742" y="2913210"/>
            <a:ext cx="1422360" cy="924534"/>
          </a:xfrm>
          <a:prstGeom prst="rect">
            <a:avLst/>
          </a:prstGeom>
          <a:solidFill>
            <a:srgbClr val="944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7742" y="2913210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Bob Park</a:t>
            </a:r>
          </a:p>
          <a:p>
            <a:pPr algn="ctr"/>
            <a:r>
              <a:rPr sz="800" b="0">
                <a:solidFill>
                  <a:srgbClr val="E4D0C6"/>
                </a:solidFill>
                <a:latin typeface="Newsreader"/>
              </a:rPr>
              <a:t>VP 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9792" y="4611284"/>
            <a:ext cx="1422360" cy="924534"/>
          </a:xfrm>
          <a:prstGeom prst="rect">
            <a:avLst/>
          </a:prstGeom>
          <a:solidFill>
            <a:srgbClr val="9C5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79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Carol Wu</a:t>
            </a:r>
          </a:p>
          <a:p>
            <a:pPr algn="ctr"/>
            <a:r>
              <a:rPr sz="800" b="0">
                <a:solidFill>
                  <a:srgbClr val="E6D6C0"/>
                </a:solidFill>
                <a:latin typeface="Newsreader"/>
              </a:rPr>
              <a:t>Backend Lead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17742" y="4611284"/>
            <a:ext cx="1422360" cy="924534"/>
          </a:xfrm>
          <a:prstGeom prst="rect">
            <a:avLst/>
          </a:prstGeom>
          <a:solidFill>
            <a:srgbClr val="9C5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774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Dan Lee</a:t>
            </a:r>
          </a:p>
          <a:p>
            <a:pPr algn="ctr"/>
            <a:r>
              <a:rPr sz="800" b="0">
                <a:solidFill>
                  <a:srgbClr val="E6D6C0"/>
                </a:solidFill>
                <a:latin typeface="Newsreader"/>
              </a:rPr>
              <a:t>Frontend Lead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95692" y="4611284"/>
            <a:ext cx="1422360" cy="924534"/>
          </a:xfrm>
          <a:prstGeom prst="rect">
            <a:avLst/>
          </a:prstGeom>
          <a:solidFill>
            <a:srgbClr val="9C5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69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Grace Kim</a:t>
            </a:r>
          </a:p>
          <a:p>
            <a:pPr algn="ctr"/>
            <a:r>
              <a:rPr sz="800" b="0">
                <a:solidFill>
                  <a:srgbClr val="E6D6C0"/>
                </a:solidFill>
                <a:latin typeface="Newsreader"/>
              </a:rPr>
              <a:t>Infra Lead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62617" y="2913210"/>
            <a:ext cx="1422360" cy="924534"/>
          </a:xfrm>
          <a:prstGeom prst="rect">
            <a:avLst/>
          </a:prstGeom>
          <a:solidFill>
            <a:srgbClr val="944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2617" y="2913210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Eve Rao</a:t>
            </a:r>
          </a:p>
          <a:p>
            <a:pPr algn="ctr"/>
            <a:r>
              <a:rPr sz="800" b="0">
                <a:solidFill>
                  <a:srgbClr val="E4D0C6"/>
                </a:solidFill>
                <a:latin typeface="Newsreader"/>
              </a:rPr>
              <a:t>VP Product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73642" y="4611284"/>
            <a:ext cx="1422360" cy="924534"/>
          </a:xfrm>
          <a:prstGeom prst="rect">
            <a:avLst/>
          </a:prstGeom>
          <a:solidFill>
            <a:srgbClr val="9C5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364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Frank Li</a:t>
            </a:r>
          </a:p>
          <a:p>
            <a:pPr algn="ctr"/>
            <a:r>
              <a:rPr sz="800" b="0">
                <a:solidFill>
                  <a:srgbClr val="E6D6C0"/>
                </a:solidFill>
                <a:latin typeface="Newsreader"/>
              </a:rPr>
              <a:t>Sr. PM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592" y="4611284"/>
            <a:ext cx="1422360" cy="924534"/>
          </a:xfrm>
          <a:prstGeom prst="rect">
            <a:avLst/>
          </a:prstGeom>
          <a:solidFill>
            <a:srgbClr val="9C5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159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Hana Sato</a:t>
            </a:r>
          </a:p>
          <a:p>
            <a:pPr algn="ctr"/>
            <a:r>
              <a:rPr sz="800" b="0">
                <a:solidFill>
                  <a:srgbClr val="E6D6C0"/>
                </a:solidFill>
                <a:latin typeface="Newsreader"/>
              </a:rPr>
              <a:t>PM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542" y="2913210"/>
            <a:ext cx="1422360" cy="924534"/>
          </a:xfrm>
          <a:prstGeom prst="rect">
            <a:avLst/>
          </a:prstGeom>
          <a:solidFill>
            <a:srgbClr val="944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542" y="2913210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Ivan Petrov</a:t>
            </a:r>
          </a:p>
          <a:p>
            <a:pPr algn="ctr"/>
            <a:r>
              <a:rPr sz="800" b="0">
                <a:solidFill>
                  <a:srgbClr val="E4D0C6"/>
                </a:solidFill>
                <a:latin typeface="Newsreader"/>
              </a:rPr>
              <a:t>VP Design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542" y="4611284"/>
            <a:ext cx="1422360" cy="924534"/>
          </a:xfrm>
          <a:prstGeom prst="rect">
            <a:avLst/>
          </a:prstGeom>
          <a:solidFill>
            <a:srgbClr val="9C5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542" y="4611284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ewsreader"/>
              </a:rPr>
              <a:t>Jade Obi</a:t>
            </a:r>
          </a:p>
          <a:p>
            <a:pPr algn="ctr"/>
            <a:r>
              <a:rPr sz="800" b="0">
                <a:solidFill>
                  <a:srgbClr val="E6D6C0"/>
                </a:solidFill>
                <a:latin typeface="Newsreader"/>
              </a:rPr>
              <a:t>UX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