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Monthly active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665216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636008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50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1184" y="4742688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3606800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1184" y="3713480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2577592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150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1184" y="2684272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1548384"/>
            <a:ext cx="35052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200K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1184" y="1655064"/>
            <a:ext cx="1022268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1184" y="5771896"/>
            <a:ext cx="10222687" cy="0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1184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Jan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943074" y="3301797"/>
            <a:ext cx="0" cy="2470099"/>
          </a:xfrm>
          <a:prstGeom prst="line">
            <a:avLst/>
          </a:prstGeom>
          <a:ln w="4389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821154" y="3179877"/>
            <a:ext cx="243840" cy="24384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38274" y="3088437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4965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Feb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646855" y="2993035"/>
            <a:ext cx="0" cy="2778861"/>
          </a:xfrm>
          <a:prstGeom prst="line">
            <a:avLst/>
          </a:prstGeom>
          <a:ln w="4389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524935" y="2871115"/>
            <a:ext cx="243840" cy="24384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2055" y="2779675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135K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746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Mar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350636" y="2848946"/>
            <a:ext cx="0" cy="2922950"/>
          </a:xfrm>
          <a:prstGeom prst="line">
            <a:avLst/>
          </a:prstGeom>
          <a:ln w="4389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228716" y="2727026"/>
            <a:ext cx="243840" cy="24384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5836" y="2635586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142K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2527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Apr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054418" y="3137124"/>
            <a:ext cx="0" cy="2634772"/>
          </a:xfrm>
          <a:prstGeom prst="line">
            <a:avLst/>
          </a:prstGeom>
          <a:ln w="4389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932498" y="3015204"/>
            <a:ext cx="243840" cy="24384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9618" y="2923764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128K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6308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May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758199" y="2581352"/>
            <a:ext cx="0" cy="3190544"/>
          </a:xfrm>
          <a:prstGeom prst="line">
            <a:avLst/>
          </a:prstGeom>
          <a:ln w="4389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36279" y="2459432"/>
            <a:ext cx="243840" cy="24384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3399" y="2367992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155K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089" y="5843016"/>
            <a:ext cx="1703781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Jun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0461980" y="2272589"/>
            <a:ext cx="0" cy="3499307"/>
          </a:xfrm>
          <a:prstGeom prst="line">
            <a:avLst/>
          </a:prstGeom>
          <a:ln w="43891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340060" y="2150669"/>
            <a:ext cx="243840" cy="24384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57180" y="2059229"/>
            <a:ext cx="609600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170K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