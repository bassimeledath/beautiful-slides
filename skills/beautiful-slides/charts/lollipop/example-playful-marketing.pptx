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B1B1F"/>
                </a:solidFill>
                <a:latin typeface="Bricolage Grotesque"/>
              </a:rPr>
              <a:t>Top 10 accounts by ARR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51024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6809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0.5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22409" y="1601724"/>
            <a:ext cx="0" cy="4205732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2594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38194" y="1601724"/>
            <a:ext cx="0" cy="4205732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98380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1.5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53980" y="1601724"/>
            <a:ext cx="0" cy="4205732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814165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69765" y="1601724"/>
            <a:ext cx="0" cy="4205732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429951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2.5M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785551" y="1601724"/>
            <a:ext cx="0" cy="4205732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06624" y="1601724"/>
            <a:ext cx="0" cy="4205732"/>
          </a:xfrm>
          <a:prstGeom prst="line">
            <a:avLst/>
          </a:prstGeom>
          <a:ln w="9524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4944" y="1722342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Acme Corp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06624" y="1864582"/>
            <a:ext cx="7755769" cy="0"/>
          </a:xfrm>
          <a:prstGeom prst="line">
            <a:avLst/>
          </a:prstGeom>
          <a:ln w="3312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370393" y="1772582"/>
            <a:ext cx="184000" cy="18400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733" y="1749012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2.4M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2248058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Globex Inc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06624" y="2390298"/>
            <a:ext cx="6139984" cy="0"/>
          </a:xfrm>
          <a:prstGeom prst="line">
            <a:avLst/>
          </a:prstGeom>
          <a:ln w="3312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754608" y="2298298"/>
            <a:ext cx="184000" cy="18400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1948" y="2274728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1.9M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2773775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Initech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06624" y="2916015"/>
            <a:ext cx="5493670" cy="0"/>
          </a:xfrm>
          <a:prstGeom prst="line">
            <a:avLst/>
          </a:prstGeom>
          <a:ln w="3312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108294" y="2824015"/>
            <a:ext cx="184000" cy="18400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5634" y="2800445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1.7M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3299491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Umbrella Corp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06624" y="3441731"/>
            <a:ext cx="4201042" cy="0"/>
          </a:xfrm>
          <a:prstGeom prst="line">
            <a:avLst/>
          </a:prstGeom>
          <a:ln w="3312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815666" y="3349731"/>
            <a:ext cx="184000" cy="18400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3006" y="3326161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1.3M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3825208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Wonka Industries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06624" y="3967448"/>
            <a:ext cx="2908413" cy="0"/>
          </a:xfrm>
          <a:prstGeom prst="line">
            <a:avLst/>
          </a:prstGeom>
          <a:ln w="3312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523037" y="3875448"/>
            <a:ext cx="184000" cy="18400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377" y="3851878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0.9M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" y="4350924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Stark 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706624" y="4493164"/>
            <a:ext cx="2746835" cy="0"/>
          </a:xfrm>
          <a:prstGeom prst="line">
            <a:avLst/>
          </a:prstGeom>
          <a:ln w="3312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361459" y="4401164"/>
            <a:ext cx="184000" cy="18400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98799" y="4377594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0.8M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4876641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Wayne Corp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06624" y="5018881"/>
            <a:ext cx="2326730" cy="0"/>
          </a:xfrm>
          <a:prstGeom prst="line">
            <a:avLst/>
          </a:prstGeom>
          <a:ln w="3312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941354" y="4926881"/>
            <a:ext cx="184000" cy="18400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8694" y="4903311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0.7M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" y="5402357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Hooli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06624" y="5544597"/>
            <a:ext cx="2100521" cy="0"/>
          </a:xfrm>
          <a:prstGeom prst="line">
            <a:avLst/>
          </a:prstGeom>
          <a:ln w="3312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715145" y="5452597"/>
            <a:ext cx="184000" cy="18400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52485" y="5429027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0.7M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