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Top 10 accounts by ARR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9704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6713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0.5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60713" y="1380744"/>
            <a:ext cx="0" cy="45283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63722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7722" y="1380744"/>
            <a:ext cx="0" cy="45283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20732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1.5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74732" y="1380744"/>
            <a:ext cx="0" cy="45283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77741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1741" y="1380744"/>
            <a:ext cx="0" cy="45283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34751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2.5M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88751" y="1380744"/>
            <a:ext cx="0" cy="45283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03704" y="1380744"/>
            <a:ext cx="0" cy="4528312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4944" y="1557083"/>
            <a:ext cx="14478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Acme Corp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03704" y="1663763"/>
            <a:ext cx="8433645" cy="0"/>
          </a:xfrm>
          <a:prstGeom prst="line">
            <a:avLst/>
          </a:prstGeom>
          <a:ln w="3566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538293" y="1564707"/>
            <a:ext cx="198113" cy="198113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74505" y="1581213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2123122"/>
            <a:ext cx="14478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Globex Inc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03704" y="2229802"/>
            <a:ext cx="6676635" cy="0"/>
          </a:xfrm>
          <a:prstGeom prst="line">
            <a:avLst/>
          </a:prstGeom>
          <a:ln w="3566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781283" y="2130746"/>
            <a:ext cx="198113" cy="198113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7495" y="214725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1.9M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2689161"/>
            <a:ext cx="14478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Initech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03704" y="2795841"/>
            <a:ext cx="5973831" cy="0"/>
          </a:xfrm>
          <a:prstGeom prst="line">
            <a:avLst/>
          </a:prstGeom>
          <a:ln w="3566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078479" y="2696785"/>
            <a:ext cx="198113" cy="198113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4691" y="2713291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1.7M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255200"/>
            <a:ext cx="14478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Umbrella Corp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03704" y="3361880"/>
            <a:ext cx="4568224" cy="0"/>
          </a:xfrm>
          <a:prstGeom prst="line">
            <a:avLst/>
          </a:prstGeom>
          <a:ln w="3566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672872" y="3262824"/>
            <a:ext cx="198113" cy="198113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9084" y="3279330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1.3M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3821239"/>
            <a:ext cx="14478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Wonka Industries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203704" y="3927919"/>
            <a:ext cx="3162616" cy="0"/>
          </a:xfrm>
          <a:prstGeom prst="line">
            <a:avLst/>
          </a:prstGeom>
          <a:ln w="3566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267264" y="3828863"/>
            <a:ext cx="198113" cy="198113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3476" y="3845369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0.9M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4387278"/>
            <a:ext cx="14478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Stark 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203704" y="4493958"/>
            <a:ext cx="2986915" cy="0"/>
          </a:xfrm>
          <a:prstGeom prst="line">
            <a:avLst/>
          </a:prstGeom>
          <a:ln w="3566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091563" y="4394902"/>
            <a:ext cx="198113" cy="198113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27775" y="4411408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0.8M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953317"/>
            <a:ext cx="14478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Wayne Corp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203704" y="5059997"/>
            <a:ext cx="2530093" cy="0"/>
          </a:xfrm>
          <a:prstGeom prst="line">
            <a:avLst/>
          </a:prstGeom>
          <a:ln w="3566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634741" y="4960941"/>
            <a:ext cx="198113" cy="198113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70953" y="4977447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0.7M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5519356"/>
            <a:ext cx="14478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Hooli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203704" y="5626036"/>
            <a:ext cx="2284112" cy="0"/>
          </a:xfrm>
          <a:prstGeom prst="line">
            <a:avLst/>
          </a:prstGeom>
          <a:ln w="3566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388760" y="5526980"/>
            <a:ext cx="198113" cy="198113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24972" y="5543486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0.7M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