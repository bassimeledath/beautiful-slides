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2658" y="692658"/>
            <a:ext cx="10806379" cy="61722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Real-time analytics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2658" y="1453896"/>
            <a:ext cx="1988374" cy="4711446"/>
          </a:xfrm>
          <a:prstGeom prst="roundRect">
            <a:avLst/>
          </a:prstGeom>
          <a:solidFill>
            <a:srgbClr val="FFEFE0"/>
          </a:solidFill>
          <a:ln w="9525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2658" y="1453896"/>
            <a:ext cx="1988374" cy="487680"/>
          </a:xfrm>
          <a:prstGeom prst="round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658" y="1453896"/>
            <a:ext cx="1988374" cy="4876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1B1B1F"/>
                </a:solidFill>
                <a:latin typeface="Bricolage Grotesque"/>
              </a:rPr>
              <a:t>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458" y="1984781"/>
            <a:ext cx="1886774" cy="462280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3458" y="198478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Clickstream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3458" y="2497861"/>
            <a:ext cx="1886774" cy="462280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58" y="249786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App 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3458" y="3010941"/>
            <a:ext cx="1886774" cy="462280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458" y="301094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Server 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7159" y="1453896"/>
            <a:ext cx="1988374" cy="4711446"/>
          </a:xfrm>
          <a:prstGeom prst="roundRect">
            <a:avLst/>
          </a:prstGeom>
          <a:solidFill>
            <a:srgbClr val="F7F0E5"/>
          </a:solidFill>
          <a:ln w="9525">
            <a:solidFill>
              <a:srgbClr val="C28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97159" y="1453896"/>
            <a:ext cx="1988374" cy="487680"/>
          </a:xfrm>
          <a:prstGeom prst="roundRect">
            <a:avLst/>
          </a:prstGeom>
          <a:solidFill>
            <a:srgbClr val="C28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7159" y="1453896"/>
            <a:ext cx="1988374" cy="4876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1B1B1F"/>
                </a:solidFill>
                <a:latin typeface="Bricolage Grotesque"/>
              </a:rPr>
              <a:t>Ingestion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7959" y="1984781"/>
            <a:ext cx="1886774" cy="462280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7959" y="198478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Kafka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47959" y="2497861"/>
            <a:ext cx="1886774" cy="462280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7959" y="249786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Kinesis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1660" y="1453896"/>
            <a:ext cx="1988374" cy="4711446"/>
          </a:xfrm>
          <a:prstGeom prst="roundRect">
            <a:avLst/>
          </a:prstGeom>
          <a:solidFill>
            <a:srgbClr val="F0F2E9"/>
          </a:solidFill>
          <a:ln w="9525">
            <a:solidFill>
              <a:srgbClr val="849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01660" y="1453896"/>
            <a:ext cx="1988374" cy="487680"/>
          </a:xfrm>
          <a:prstGeom prst="roundRect">
            <a:avLst/>
          </a:prstGeom>
          <a:solidFill>
            <a:srgbClr val="84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1660" y="1453896"/>
            <a:ext cx="1988374" cy="4876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FF4EB"/>
                </a:solidFill>
                <a:latin typeface="Bricolage Grotesque"/>
              </a:rPr>
              <a:t>Transform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52460" y="1984781"/>
            <a:ext cx="1886774" cy="462280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2460" y="198478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Flink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52460" y="2497861"/>
            <a:ext cx="1886774" cy="462280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2460" y="249786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dbt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52460" y="3010941"/>
            <a:ext cx="1886774" cy="462280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2460" y="301094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Spark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06161" y="1453896"/>
            <a:ext cx="1988374" cy="4711446"/>
          </a:xfrm>
          <a:prstGeom prst="roundRect">
            <a:avLst/>
          </a:prstGeom>
          <a:solidFill>
            <a:srgbClr val="E8F4EE"/>
          </a:solidFill>
          <a:ln w="9525">
            <a:solidFill>
              <a:srgbClr val="47A5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06161" y="1453896"/>
            <a:ext cx="1988374" cy="487680"/>
          </a:xfrm>
          <a:prstGeom prst="roundRect">
            <a:avLst/>
          </a:prstGeom>
          <a:solidFill>
            <a:srgbClr val="47A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06161" y="1453896"/>
            <a:ext cx="1988374" cy="4876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FF4EB"/>
                </a:solidFill>
                <a:latin typeface="Bricolage Grotesque"/>
              </a:rPr>
              <a:t>Storage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6961" y="1984781"/>
            <a:ext cx="1886774" cy="462280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56961" y="198478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Snowflake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56961" y="2497861"/>
            <a:ext cx="1886774" cy="462280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56961" y="249786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S3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6961" y="3010941"/>
            <a:ext cx="1886774" cy="462280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6961" y="301094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Redis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10662" y="1453896"/>
            <a:ext cx="1988374" cy="4711446"/>
          </a:xfrm>
          <a:prstGeom prst="roundRect">
            <a:avLst/>
          </a:prstGeom>
          <a:solidFill>
            <a:srgbClr val="E1F5F3"/>
          </a:solidFill>
          <a:ln w="9525">
            <a:solidFill>
              <a:srgbClr val="0AB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10662" y="1453896"/>
            <a:ext cx="1988374" cy="487680"/>
          </a:xfrm>
          <a:prstGeom prst="roundRect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10662" y="1453896"/>
            <a:ext cx="1988374" cy="4876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FF4EB"/>
                </a:solidFill>
                <a:latin typeface="Bricolage Grotesque"/>
              </a:rPr>
              <a:t>Serve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61462" y="1984781"/>
            <a:ext cx="1886774" cy="462280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1462" y="198478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API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61462" y="2497861"/>
            <a:ext cx="1886774" cy="462280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61462" y="249786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Dashboard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61462" y="3010941"/>
            <a:ext cx="1886774" cy="462280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61462" y="3010941"/>
            <a:ext cx="1886774" cy="4622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Alerts</a:t>
            </a:r>
          </a:p>
        </p:txBody>
      </p:sp>
      <p:sp>
        <p:nvSpPr>
          <p:cNvPr id="46" name="Freeform 45"/>
          <p:cNvSpPr/>
          <p:nvPr/>
        </p:nvSpPr>
        <p:spPr>
          <a:xfrm>
            <a:off x="2823676" y="403530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702644" y="4036314"/>
            <a:ext cx="121032" cy="34290"/>
          </a:xfrm>
          <a:custGeom>
            <a:avLst/>
            <a:gdLst/>
            <a:ahLst/>
            <a:cxnLst/>
            <a:rect l="l" t="t" r="r" b="b"/>
            <a:pathLst>
              <a:path w="121032" h="34290">
                <a:moveTo>
                  <a:pt x="0" y="3429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4290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5028177" y="403530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907145" y="4036314"/>
            <a:ext cx="121032" cy="34290"/>
          </a:xfrm>
          <a:custGeom>
            <a:avLst/>
            <a:gdLst/>
            <a:ahLst/>
            <a:cxnLst/>
            <a:rect l="l" t="t" r="r" b="b"/>
            <a:pathLst>
              <a:path w="121032" h="34290">
                <a:moveTo>
                  <a:pt x="0" y="3429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4290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232678" y="403530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111646" y="4036314"/>
            <a:ext cx="121032" cy="34290"/>
          </a:xfrm>
          <a:custGeom>
            <a:avLst/>
            <a:gdLst/>
            <a:ahLst/>
            <a:cxnLst/>
            <a:rect l="l" t="t" r="r" b="b"/>
            <a:pathLst>
              <a:path w="121032" h="34290">
                <a:moveTo>
                  <a:pt x="0" y="3429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4290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437179" y="403530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16147" y="4036314"/>
            <a:ext cx="121032" cy="34290"/>
          </a:xfrm>
          <a:custGeom>
            <a:avLst/>
            <a:gdLst/>
            <a:ahLst/>
            <a:cxnLst/>
            <a:rect l="l" t="t" r="r" b="b"/>
            <a:pathLst>
              <a:path w="121032" h="34290">
                <a:moveTo>
                  <a:pt x="0" y="3429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4290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