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2658" y="692658"/>
            <a:ext cx="10806379" cy="5486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Real-time analytics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2658" y="1385316"/>
            <a:ext cx="1988374" cy="4780026"/>
          </a:xfrm>
          <a:prstGeom prst="roundRect">
            <a:avLst/>
          </a:prstGeom>
          <a:solidFill>
            <a:srgbClr val="EFF0ED"/>
          </a:solidFill>
          <a:ln w="9525">
            <a:solidFill>
              <a:srgbClr val="7C85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2658" y="1385316"/>
            <a:ext cx="1988374" cy="426720"/>
          </a:xfrm>
          <a:prstGeom prst="round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658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458" y="185524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58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Clickstream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3458" y="230228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58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App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58" y="274932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58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Server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7159" y="1385316"/>
            <a:ext cx="1988374" cy="4780026"/>
          </a:xfrm>
          <a:prstGeom prst="roundRect">
            <a:avLst/>
          </a:prstGeom>
          <a:solidFill>
            <a:srgbClr val="F0EFEC"/>
          </a:solidFill>
          <a:ln w="9525">
            <a:solidFill>
              <a:srgbClr val="847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7159" y="1385316"/>
            <a:ext cx="1988374" cy="426720"/>
          </a:xfrm>
          <a:prstGeom prst="roundRect">
            <a:avLst/>
          </a:prstGeom>
          <a:solidFill>
            <a:srgbClr val="847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159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7959" y="185524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7959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Kafka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7959" y="230228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7959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Kinesis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1660" y="1385316"/>
            <a:ext cx="1988374" cy="4780026"/>
          </a:xfrm>
          <a:prstGeom prst="roundRect">
            <a:avLst/>
          </a:prstGeom>
          <a:solidFill>
            <a:srgbClr val="F1EEEA"/>
          </a:solidFill>
          <a:ln w="9525">
            <a:solidFill>
              <a:srgbClr val="8B7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1660" y="1385316"/>
            <a:ext cx="1988374" cy="426720"/>
          </a:xfrm>
          <a:prstGeom prst="roundRect">
            <a:avLst/>
          </a:prstGeom>
          <a:solidFill>
            <a:srgbClr val="8B7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1660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Transform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2460" y="185524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2460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Flink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2460" y="230228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2460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dbt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2460" y="274932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2460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Spark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6161" y="1385316"/>
            <a:ext cx="1988374" cy="4780026"/>
          </a:xfrm>
          <a:prstGeom prst="roundRect">
            <a:avLst/>
          </a:prstGeom>
          <a:solidFill>
            <a:srgbClr val="F1EEE8"/>
          </a:solidFill>
          <a:ln w="9525">
            <a:solidFill>
              <a:srgbClr val="927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6161" y="1385316"/>
            <a:ext cx="1988374" cy="426720"/>
          </a:xfrm>
          <a:prstGeom prst="roundRect">
            <a:avLst/>
          </a:prstGeom>
          <a:solidFill>
            <a:srgbClr val="927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161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6961" y="185524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6961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Snowflake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6961" y="230228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961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6961" y="274932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6961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0662" y="1385316"/>
            <a:ext cx="1988374" cy="4780026"/>
          </a:xfrm>
          <a:prstGeom prst="roundRect">
            <a:avLst/>
          </a:prstGeom>
          <a:solidFill>
            <a:srgbClr val="F2EDE7"/>
          </a:solidFill>
          <a:ln w="9525">
            <a:solidFill>
              <a:srgbClr val="9A6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10662" y="1385316"/>
            <a:ext cx="1988374" cy="426720"/>
          </a:xfrm>
          <a:prstGeom prst="roundRect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0662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Serve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61462" y="185524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1462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61462" y="230228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61462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Dashboard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61462" y="2749321"/>
            <a:ext cx="1886774" cy="396240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1462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Alerts</a:t>
            </a:r>
          </a:p>
        </p:txBody>
      </p:sp>
      <p:sp>
        <p:nvSpPr>
          <p:cNvPr id="46" name="Freeform 45"/>
          <p:cNvSpPr/>
          <p:nvPr/>
        </p:nvSpPr>
        <p:spPr>
          <a:xfrm>
            <a:off x="2823676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702644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028177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907145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32678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111646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37179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16147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