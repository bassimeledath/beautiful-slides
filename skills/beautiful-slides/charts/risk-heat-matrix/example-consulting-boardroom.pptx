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Public Sans"/>
              </a:rPr>
              <a:t>Project risk assessment</a:t>
            </a:r>
          </a:p>
        </p:txBody>
      </p:sp>
      <p:sp>
        <p:nvSpPr>
          <p:cNvPr id="4" name="TextBox 3"/>
          <p:cNvSpPr txBox="1"/>
          <p:nvPr/>
        </p:nvSpPr>
        <p:spPr>
          <a:xfrm rot="16200000">
            <a:off x="548640" y="1122679"/>
            <a:ext cx="889000" cy="49733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01828"/>
                </a:solidFill>
                <a:latin typeface="Public Sans"/>
              </a:rP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15540" y="6096000"/>
            <a:ext cx="9227515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01828"/>
                </a:solidFill>
                <a:latin typeface="Public Sans"/>
              </a:rPr>
              <a:t>Likelihood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15540" y="873760"/>
            <a:ext cx="1841693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Rare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1995" y="873760"/>
            <a:ext cx="1841693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Unlikely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08450" y="873760"/>
            <a:ext cx="1841693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Possible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4906" y="873760"/>
            <a:ext cx="1841693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Likely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01361" y="873760"/>
            <a:ext cx="1841693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Almost Certain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7640" y="1122679"/>
            <a:ext cx="924560" cy="9908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Critical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7640" y="2118295"/>
            <a:ext cx="924560" cy="9908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7640" y="3113912"/>
            <a:ext cx="924560" cy="9908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7640" y="4109528"/>
            <a:ext cx="924560" cy="9908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7640" y="5105145"/>
            <a:ext cx="924560" cy="9908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Negligible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15540" y="1122679"/>
            <a:ext cx="1841693" cy="990854"/>
          </a:xfrm>
          <a:prstGeom prst="rect">
            <a:avLst/>
          </a:prstGeom>
          <a:solidFill>
            <a:srgbClr val="78A2A6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261995" y="1122679"/>
            <a:ext cx="1841693" cy="990854"/>
          </a:xfrm>
          <a:prstGeom prst="rect">
            <a:avLst/>
          </a:prstGeom>
          <a:solidFill>
            <a:srgbClr val="79A1AB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261995" y="1122679"/>
            <a:ext cx="1841693" cy="9908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01828"/>
                </a:solidFill>
                <a:latin typeface="Public Sans"/>
              </a:rPr>
              <a:t>Regulatory change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08450" y="1122679"/>
            <a:ext cx="1841693" cy="990854"/>
          </a:xfrm>
          <a:prstGeom prst="rect">
            <a:avLst/>
          </a:prstGeom>
          <a:solidFill>
            <a:srgbClr val="799FB0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108450" y="1122679"/>
            <a:ext cx="1841693" cy="9908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01828"/>
                </a:solidFill>
                <a:latin typeface="Public Sans"/>
              </a:rPr>
              <a:t>Data breach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4906" y="1122679"/>
            <a:ext cx="1841693" cy="990854"/>
          </a:xfrm>
          <a:prstGeom prst="rect">
            <a:avLst/>
          </a:prstGeom>
          <a:solidFill>
            <a:srgbClr val="7A9EB5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9801361" y="1122679"/>
            <a:ext cx="1841693" cy="990854"/>
          </a:xfrm>
          <a:prstGeom prst="rect">
            <a:avLst/>
          </a:prstGeom>
          <a:solidFill>
            <a:srgbClr val="7B9DBA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2415540" y="2118295"/>
            <a:ext cx="1841693" cy="990854"/>
          </a:xfrm>
          <a:prstGeom prst="rect">
            <a:avLst/>
          </a:prstGeom>
          <a:solidFill>
            <a:srgbClr val="78A3A2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4261995" y="2118295"/>
            <a:ext cx="1841693" cy="990854"/>
          </a:xfrm>
          <a:prstGeom prst="rect">
            <a:avLst/>
          </a:prstGeom>
          <a:solidFill>
            <a:srgbClr val="78A2A6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108450" y="2118295"/>
            <a:ext cx="1841693" cy="990854"/>
          </a:xfrm>
          <a:prstGeom prst="rect">
            <a:avLst/>
          </a:prstGeom>
          <a:solidFill>
            <a:srgbClr val="79A1AB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108450" y="2118295"/>
            <a:ext cx="1841693" cy="9908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01828"/>
                </a:solidFill>
                <a:latin typeface="Public Sans"/>
              </a:rPr>
              <a:t>Vendor lock-in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4906" y="2118295"/>
            <a:ext cx="1841693" cy="990854"/>
          </a:xfrm>
          <a:prstGeom prst="rect">
            <a:avLst/>
          </a:prstGeom>
          <a:solidFill>
            <a:srgbClr val="799FB0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954906" y="2118295"/>
            <a:ext cx="1841693" cy="9908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01828"/>
                </a:solidFill>
                <a:latin typeface="Public Sans"/>
              </a:rPr>
              <a:t>Key person leaves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01361" y="2118295"/>
            <a:ext cx="1841693" cy="990854"/>
          </a:xfrm>
          <a:prstGeom prst="rect">
            <a:avLst/>
          </a:prstGeom>
          <a:solidFill>
            <a:srgbClr val="7A9EB5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2415540" y="3113912"/>
            <a:ext cx="1841693" cy="990854"/>
          </a:xfrm>
          <a:prstGeom prst="rect">
            <a:avLst/>
          </a:prstGeom>
          <a:solidFill>
            <a:srgbClr val="77A59D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261995" y="3113912"/>
            <a:ext cx="1841693" cy="990854"/>
          </a:xfrm>
          <a:prstGeom prst="rect">
            <a:avLst/>
          </a:prstGeom>
          <a:solidFill>
            <a:srgbClr val="78A3A2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108450" y="3113912"/>
            <a:ext cx="1841693" cy="990854"/>
          </a:xfrm>
          <a:prstGeom prst="rect">
            <a:avLst/>
          </a:prstGeom>
          <a:solidFill>
            <a:srgbClr val="78A2A6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7954906" y="3113912"/>
            <a:ext cx="1841693" cy="990854"/>
          </a:xfrm>
          <a:prstGeom prst="rect">
            <a:avLst/>
          </a:prstGeom>
          <a:solidFill>
            <a:srgbClr val="79A1AB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954906" y="3113912"/>
            <a:ext cx="1841693" cy="9908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01828"/>
                </a:solidFill>
                <a:latin typeface="Public Sans"/>
              </a:rPr>
              <a:t>Scope creep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01361" y="3113912"/>
            <a:ext cx="1841693" cy="990854"/>
          </a:xfrm>
          <a:prstGeom prst="rect">
            <a:avLst/>
          </a:prstGeom>
          <a:solidFill>
            <a:srgbClr val="799FB0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801361" y="3113912"/>
            <a:ext cx="1841693" cy="9908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01828"/>
                </a:solidFill>
                <a:latin typeface="Public Sans"/>
              </a:rPr>
              <a:t>Budget overrun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15540" y="4109528"/>
            <a:ext cx="1841693" cy="990854"/>
          </a:xfrm>
          <a:prstGeom prst="rect">
            <a:avLst/>
          </a:prstGeom>
          <a:solidFill>
            <a:srgbClr val="76A698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4261995" y="4109528"/>
            <a:ext cx="1841693" cy="990854"/>
          </a:xfrm>
          <a:prstGeom prst="rect">
            <a:avLst/>
          </a:prstGeom>
          <a:solidFill>
            <a:srgbClr val="77A59D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6108450" y="4109528"/>
            <a:ext cx="1841693" cy="990854"/>
          </a:xfrm>
          <a:prstGeom prst="rect">
            <a:avLst/>
          </a:prstGeom>
          <a:solidFill>
            <a:srgbClr val="78A3A2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108450" y="4109528"/>
            <a:ext cx="1841693" cy="9908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01828"/>
                </a:solidFill>
                <a:latin typeface="Public Sans"/>
              </a:rPr>
              <a:t>Minor delay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54906" y="4109528"/>
            <a:ext cx="1841693" cy="990854"/>
          </a:xfrm>
          <a:prstGeom prst="rect">
            <a:avLst/>
          </a:prstGeom>
          <a:solidFill>
            <a:srgbClr val="78A2A6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9801361" y="4109528"/>
            <a:ext cx="1841693" cy="990854"/>
          </a:xfrm>
          <a:prstGeom prst="rect">
            <a:avLst/>
          </a:prstGeom>
          <a:solidFill>
            <a:srgbClr val="79A1AB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801361" y="4109528"/>
            <a:ext cx="1841693" cy="9908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01828"/>
                </a:solidFill>
                <a:latin typeface="Public Sans"/>
              </a:rPr>
              <a:t>Tech debt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15540" y="5105145"/>
            <a:ext cx="1841693" cy="990854"/>
          </a:xfrm>
          <a:prstGeom prst="rect">
            <a:avLst/>
          </a:prstGeom>
          <a:solidFill>
            <a:srgbClr val="76A893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4261995" y="5105145"/>
            <a:ext cx="1841693" cy="990854"/>
          </a:xfrm>
          <a:prstGeom prst="rect">
            <a:avLst/>
          </a:prstGeom>
          <a:solidFill>
            <a:srgbClr val="76A698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261995" y="5105145"/>
            <a:ext cx="1841693" cy="9908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01828"/>
                </a:solidFill>
                <a:latin typeface="Public Sans"/>
              </a:rPr>
              <a:t>Office Wi-Fi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08450" y="5105145"/>
            <a:ext cx="1841693" cy="990854"/>
          </a:xfrm>
          <a:prstGeom prst="rect">
            <a:avLst/>
          </a:prstGeom>
          <a:solidFill>
            <a:srgbClr val="77A59D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7954906" y="5105145"/>
            <a:ext cx="1841693" cy="990854"/>
          </a:xfrm>
          <a:prstGeom prst="rect">
            <a:avLst/>
          </a:prstGeom>
          <a:solidFill>
            <a:srgbClr val="78A3A2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9801361" y="5105145"/>
            <a:ext cx="1841693" cy="990854"/>
          </a:xfrm>
          <a:prstGeom prst="rect">
            <a:avLst/>
          </a:prstGeom>
          <a:solidFill>
            <a:srgbClr val="78A2A6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801361" y="5105145"/>
            <a:ext cx="1841693" cy="9908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01828"/>
                </a:solidFill>
                <a:latin typeface="Public Sans"/>
              </a:rPr>
              <a:t>Typo in 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