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Project risk assessment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548640" y="1295400"/>
            <a:ext cx="1143000" cy="4739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8940" y="6035040"/>
            <a:ext cx="86941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8940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Rare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8715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Unlikely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490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266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Likely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8041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Almost 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295400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244280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193160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142041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090921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Negligible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48940" y="129540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6E6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688715" y="129540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717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88715" y="129540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Regulatory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490" y="129540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3737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28490" y="129540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Data breach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8266" y="129540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4768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908041" y="129540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4789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948940" y="224428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16C5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688715" y="224428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6E6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28490" y="224428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717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8490" y="224428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Vendor lock-in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8266" y="224428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3737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68266" y="224428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Key person leaves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041" y="224428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4768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948940" y="319316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16953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4688715" y="319316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16C5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428490" y="319316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6E6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168266" y="319316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717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68266" y="319316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Scope creep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08041" y="3193160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3737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08041" y="319316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Budget overrun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48940" y="414204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0F674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688715" y="414204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16953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6428490" y="414204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16C5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28490" y="4142041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Minor delay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68266" y="414204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6E6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9908041" y="414204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717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908041" y="4142041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Tech debt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48940" y="509092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0F653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4688715" y="509092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0F674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688715" y="5090921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Office Wi-Fi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28490" y="509092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16953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8168266" y="509092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16C5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9908041" y="5090921"/>
            <a:ext cx="1735013" cy="944118"/>
          </a:xfrm>
          <a:prstGeom prst="roundRect">
            <a:avLst>
              <a:gd name="adj" fmla="val 6053"/>
            </a:avLst>
          </a:prstGeom>
          <a:solidFill>
            <a:srgbClr val="126E6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908041" y="5090921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Typo in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