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201C"/>
                </a:solidFill>
                <a:latin typeface="Instrument Serif"/>
              </a:rPr>
              <a:t>Project risk assessment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548640" y="1198880"/>
            <a:ext cx="1016000" cy="4866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2201C"/>
                </a:solidFill>
                <a:latin typeface="Instrument Sans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2240" y="6065520"/>
            <a:ext cx="8960815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2201C"/>
                </a:solidFill>
                <a:latin typeface="Instrument Sans"/>
              </a:rPr>
              <a:t>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2240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Rare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5355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Unlikely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8470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1586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Likely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4701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Almost Certain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4640" y="1198880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4640" y="2173160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4640" y="3147440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4640" y="4121721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4640" y="5096001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Negligible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82240" y="119888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EB39E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475355" y="119888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CB5A2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75355" y="119888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Regulatory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8470" y="119888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AB6A6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68470" y="119888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Data breach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1586" y="119888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8B8A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854701" y="119888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6BAAE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682240" y="217316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0B19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475355" y="217316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EB39E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268470" y="217316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CB5A2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68470" y="217316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Vendor lock-in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1586" y="217316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AB6A6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061586" y="217316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Key person leaves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54701" y="217316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8B8A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682240" y="314744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2B09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4475355" y="314744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0B19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268470" y="314744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EB39E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061586" y="314744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CB5A2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61586" y="314744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Scope creep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54701" y="3147440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AB6A6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54701" y="314744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Budget overrun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82240" y="412172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4AD93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475355" y="412172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2B09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6268470" y="412172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0B19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68470" y="4121721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Minor delay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1586" y="412172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EB39E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9854701" y="412172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CB5A2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854701" y="4121721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Tech debt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82240" y="509600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6AC8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4475355" y="509600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4AD93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475355" y="5096001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Office Wi-Fi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8470" y="509600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2B09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8061586" y="509600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C0B19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9854701" y="5096001"/>
            <a:ext cx="1788353" cy="969518"/>
          </a:xfrm>
          <a:prstGeom prst="roundRect">
            <a:avLst>
              <a:gd name="adj" fmla="val 1964"/>
            </a:avLst>
          </a:prstGeom>
          <a:solidFill>
            <a:srgbClr val="BEB39E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854701" y="5096001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Typo in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