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4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426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100" b="1">
                <a:solidFill>
                  <a:srgbClr val="1B1B1F"/>
                </a:solidFill>
                <a:latin typeface="Bricolage Grotesque"/>
              </a:rPr>
              <a:t>Project risk assessment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548640" y="1295400"/>
            <a:ext cx="1143000" cy="4739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B1B1F"/>
                </a:solidFill>
                <a:latin typeface="Plus Jakarta Sans"/>
              </a:rPr>
              <a:t>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48940" y="6035040"/>
            <a:ext cx="869411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B1B1F"/>
                </a:solidFill>
                <a:latin typeface="Plus Jakarta Sans"/>
              </a:rPr>
              <a:t>Likelihood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48940" y="975360"/>
            <a:ext cx="173501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B1B1F"/>
                </a:solidFill>
                <a:latin typeface="Plus Jakarta Sans"/>
              </a:rPr>
              <a:t>Rare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88715" y="975360"/>
            <a:ext cx="173501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B1B1F"/>
                </a:solidFill>
                <a:latin typeface="Plus Jakarta Sans"/>
              </a:rPr>
              <a:t>Unlikely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28490" y="975360"/>
            <a:ext cx="173501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B1B1F"/>
                </a:solidFill>
                <a:latin typeface="Plus Jakarta Sans"/>
              </a:rPr>
              <a:t>Possible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266" y="975360"/>
            <a:ext cx="173501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B1B1F"/>
                </a:solidFill>
                <a:latin typeface="Plus Jakarta Sans"/>
              </a:rPr>
              <a:t>Likely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08041" y="975360"/>
            <a:ext cx="1735013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0">
                <a:solidFill>
                  <a:srgbClr val="1B1B1F"/>
                </a:solidFill>
                <a:latin typeface="Plus Jakarta Sans"/>
              </a:rPr>
              <a:t>Almost Certain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295400"/>
            <a:ext cx="1188720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Critical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244280"/>
            <a:ext cx="1188720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High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91640" y="3193160"/>
            <a:ext cx="1188720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91640" y="4142041"/>
            <a:ext cx="1188720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91640" y="5090921"/>
            <a:ext cx="1188720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300" b="0">
                <a:solidFill>
                  <a:srgbClr val="1B1B1F"/>
                </a:solidFill>
                <a:latin typeface="Plus Jakarta Sans"/>
              </a:rPr>
              <a:t>Negligible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48940" y="129540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BBC09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4688715" y="129540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CCBC8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688715" y="1295400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Regulatory change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28490" y="129540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DDB97F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28490" y="1295400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Data breach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168266" y="129540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EEB57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9908041" y="129540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FFB16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2948940" y="224428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ABC4A0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4688715" y="224428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BBC09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6428490" y="224428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CCBC8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28490" y="2244280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Vendor lock-in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68266" y="224428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DDB97F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8168266" y="2244280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Key person leaves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908041" y="224428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EEB57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2948940" y="319316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9AC8A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4688715" y="319316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ABC4A0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6428490" y="319316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BBC09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168266" y="319316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CCBC8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168266" y="3193160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Scope creep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908041" y="3193160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DDB97F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908041" y="3193160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Budget overrun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948940" y="4142041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89CCB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4688715" y="4142041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9AC8A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39" name="Rounded Rectangle 38"/>
          <p:cNvSpPr/>
          <p:nvPr/>
        </p:nvSpPr>
        <p:spPr>
          <a:xfrm>
            <a:off x="6428490" y="4142041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ABC4A0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28490" y="4142041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Minor delay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68266" y="4142041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BBC09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9908041" y="4142041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CCBC8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9908041" y="4142041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Tech debt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948940" y="5090921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78D0C0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5" name="Rounded Rectangle 44"/>
          <p:cNvSpPr/>
          <p:nvPr/>
        </p:nvSpPr>
        <p:spPr>
          <a:xfrm>
            <a:off x="4688715" y="5090921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89CCB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4688715" y="5090921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Office Wi-Fi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428490" y="5090921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9AC8AA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8" name="Rounded Rectangle 47"/>
          <p:cNvSpPr/>
          <p:nvPr/>
        </p:nvSpPr>
        <p:spPr>
          <a:xfrm>
            <a:off x="8168266" y="5090921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ABC4A0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49" name="Rounded Rectangle 48"/>
          <p:cNvSpPr/>
          <p:nvPr/>
        </p:nvSpPr>
        <p:spPr>
          <a:xfrm>
            <a:off x="9908041" y="5090921"/>
            <a:ext cx="1735013" cy="944118"/>
          </a:xfrm>
          <a:prstGeom prst="roundRect">
            <a:avLst>
              <a:gd name="adj" fmla="val 12106"/>
            </a:avLst>
          </a:prstGeom>
          <a:solidFill>
            <a:srgbClr val="BBC095"/>
          </a:solidFill>
          <a:ln w="2381">
            <a:solidFill>
              <a:srgbClr val="6E6A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9908041" y="5090921"/>
            <a:ext cx="1735013" cy="94411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B1B1F"/>
                </a:solidFill>
                <a:latin typeface="Plus Jakarta Sans"/>
              </a:rPr>
              <a:t>Typo in docs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