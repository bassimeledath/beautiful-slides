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81514"/>
                </a:solidFill>
                <a:latin typeface="Fraunces"/>
              </a:rPr>
              <a:t>Project risk assessment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548640" y="1198880"/>
            <a:ext cx="1016000" cy="4866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81514"/>
                </a:solidFill>
                <a:latin typeface="Newsreader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82240" y="6065520"/>
            <a:ext cx="8960815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81514"/>
                </a:solidFill>
                <a:latin typeface="Newsreader"/>
              </a:rPr>
              <a:t>Likelihood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2240" y="914400"/>
            <a:ext cx="1788353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Rare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5355" y="914400"/>
            <a:ext cx="1788353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Unlikely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8470" y="914400"/>
            <a:ext cx="1788353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Possible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1586" y="914400"/>
            <a:ext cx="1788353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Likely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4701" y="914400"/>
            <a:ext cx="1788353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Almost Certain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4640" y="1198880"/>
            <a:ext cx="1056640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4640" y="2173160"/>
            <a:ext cx="1056640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4640" y="3147440"/>
            <a:ext cx="1056640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4640" y="4121721"/>
            <a:ext cx="1056640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4640" y="5096001"/>
            <a:ext cx="1056640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Negligible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82240" y="1198880"/>
            <a:ext cx="1788353" cy="969518"/>
          </a:xfrm>
          <a:prstGeom prst="rect">
            <a:avLst/>
          </a:prstGeom>
          <a:solidFill>
            <a:srgbClr val="C0927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475355" y="1198880"/>
            <a:ext cx="1788353" cy="969518"/>
          </a:xfrm>
          <a:prstGeom prst="rect">
            <a:avLst/>
          </a:prstGeom>
          <a:solidFill>
            <a:srgbClr val="BF907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75355" y="1198880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Regulatory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8470" y="1198880"/>
            <a:ext cx="1788353" cy="969518"/>
          </a:xfrm>
          <a:prstGeom prst="rect">
            <a:avLst/>
          </a:prstGeom>
          <a:solidFill>
            <a:srgbClr val="BE8C7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68470" y="1198880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Data breach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1586" y="1198880"/>
            <a:ext cx="1788353" cy="969518"/>
          </a:xfrm>
          <a:prstGeom prst="rect">
            <a:avLst/>
          </a:prstGeom>
          <a:solidFill>
            <a:srgbClr val="BD8984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854701" y="1198880"/>
            <a:ext cx="1788353" cy="969518"/>
          </a:xfrm>
          <a:prstGeom prst="rect">
            <a:avLst/>
          </a:prstGeom>
          <a:solidFill>
            <a:srgbClr val="BC868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682240" y="2173160"/>
            <a:ext cx="1788353" cy="969518"/>
          </a:xfrm>
          <a:prstGeom prst="rect">
            <a:avLst/>
          </a:prstGeom>
          <a:solidFill>
            <a:srgbClr val="C19574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475355" y="2173160"/>
            <a:ext cx="1788353" cy="969518"/>
          </a:xfrm>
          <a:prstGeom prst="rect">
            <a:avLst/>
          </a:prstGeom>
          <a:solidFill>
            <a:srgbClr val="C0927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268470" y="2173160"/>
            <a:ext cx="1788353" cy="969518"/>
          </a:xfrm>
          <a:prstGeom prst="rect">
            <a:avLst/>
          </a:prstGeom>
          <a:solidFill>
            <a:srgbClr val="BF907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68470" y="2173160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Vendor lock-in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61586" y="2173160"/>
            <a:ext cx="1788353" cy="969518"/>
          </a:xfrm>
          <a:prstGeom prst="rect">
            <a:avLst/>
          </a:prstGeom>
          <a:solidFill>
            <a:srgbClr val="BE8C7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061586" y="2173160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Key person leaves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54701" y="2173160"/>
            <a:ext cx="1788353" cy="969518"/>
          </a:xfrm>
          <a:prstGeom prst="rect">
            <a:avLst/>
          </a:prstGeom>
          <a:solidFill>
            <a:srgbClr val="BD8984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2682240" y="3147440"/>
            <a:ext cx="1788353" cy="969518"/>
          </a:xfrm>
          <a:prstGeom prst="rect">
            <a:avLst/>
          </a:prstGeom>
          <a:solidFill>
            <a:srgbClr val="C2987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475355" y="3147440"/>
            <a:ext cx="1788353" cy="969518"/>
          </a:xfrm>
          <a:prstGeom prst="rect">
            <a:avLst/>
          </a:prstGeom>
          <a:solidFill>
            <a:srgbClr val="C19574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268470" y="3147440"/>
            <a:ext cx="1788353" cy="969518"/>
          </a:xfrm>
          <a:prstGeom prst="rect">
            <a:avLst/>
          </a:prstGeom>
          <a:solidFill>
            <a:srgbClr val="C0927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61586" y="3147440"/>
            <a:ext cx="1788353" cy="969518"/>
          </a:xfrm>
          <a:prstGeom prst="rect">
            <a:avLst/>
          </a:prstGeom>
          <a:solidFill>
            <a:srgbClr val="BF907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61586" y="3147440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Scope creep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54701" y="3147440"/>
            <a:ext cx="1788353" cy="969518"/>
          </a:xfrm>
          <a:prstGeom prst="rect">
            <a:avLst/>
          </a:prstGeom>
          <a:solidFill>
            <a:srgbClr val="BE8C7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854701" y="3147440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Budget overrun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82240" y="4121721"/>
            <a:ext cx="1788353" cy="969518"/>
          </a:xfrm>
          <a:prstGeom prst="rect">
            <a:avLst/>
          </a:prstGeom>
          <a:solidFill>
            <a:srgbClr val="C39C6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475355" y="4121721"/>
            <a:ext cx="1788353" cy="969518"/>
          </a:xfrm>
          <a:prstGeom prst="rect">
            <a:avLst/>
          </a:prstGeom>
          <a:solidFill>
            <a:srgbClr val="C2987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268470" y="4121721"/>
            <a:ext cx="1788353" cy="969518"/>
          </a:xfrm>
          <a:prstGeom prst="rect">
            <a:avLst/>
          </a:prstGeom>
          <a:solidFill>
            <a:srgbClr val="C19574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68470" y="4121721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Minor delay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61586" y="4121721"/>
            <a:ext cx="1788353" cy="969518"/>
          </a:xfrm>
          <a:prstGeom prst="rect">
            <a:avLst/>
          </a:prstGeom>
          <a:solidFill>
            <a:srgbClr val="C0927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9854701" y="4121721"/>
            <a:ext cx="1788353" cy="969518"/>
          </a:xfrm>
          <a:prstGeom prst="rect">
            <a:avLst/>
          </a:prstGeom>
          <a:solidFill>
            <a:srgbClr val="BF907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854701" y="4121721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Tech debt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82240" y="5096001"/>
            <a:ext cx="1788353" cy="969518"/>
          </a:xfrm>
          <a:prstGeom prst="rect">
            <a:avLst/>
          </a:prstGeom>
          <a:solidFill>
            <a:srgbClr val="C49E6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4475355" y="5096001"/>
            <a:ext cx="1788353" cy="969518"/>
          </a:xfrm>
          <a:prstGeom prst="rect">
            <a:avLst/>
          </a:prstGeom>
          <a:solidFill>
            <a:srgbClr val="C39C6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475355" y="5096001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Office Wi-Fi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8470" y="5096001"/>
            <a:ext cx="1788353" cy="969518"/>
          </a:xfrm>
          <a:prstGeom prst="rect">
            <a:avLst/>
          </a:prstGeom>
          <a:solidFill>
            <a:srgbClr val="C2987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8061586" y="5096001"/>
            <a:ext cx="1788353" cy="969518"/>
          </a:xfrm>
          <a:prstGeom prst="rect">
            <a:avLst/>
          </a:prstGeom>
          <a:solidFill>
            <a:srgbClr val="C19574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9854701" y="5096001"/>
            <a:ext cx="1788353" cy="969518"/>
          </a:xfrm>
          <a:prstGeom prst="rect">
            <a:avLst/>
          </a:prstGeom>
          <a:solidFill>
            <a:srgbClr val="C0927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854701" y="5096001"/>
            <a:ext cx="1788353" cy="9695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81514"/>
                </a:solidFill>
                <a:latin typeface="Newsreader"/>
              </a:rPr>
              <a:t>Typo in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