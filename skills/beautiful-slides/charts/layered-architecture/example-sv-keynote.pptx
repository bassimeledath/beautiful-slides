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2658" y="692658"/>
            <a:ext cx="10806379" cy="6172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2658" y="1453896"/>
            <a:ext cx="10806379" cy="861009"/>
          </a:xfrm>
          <a:prstGeom prst="roundRect">
            <a:avLst/>
          </a:prstGeom>
          <a:solidFill>
            <a:srgbClr val="1AA1C0"/>
          </a:solidFill>
          <a:ln w="12700">
            <a:solidFill>
              <a:srgbClr val="21D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2658" y="1453896"/>
            <a:ext cx="50800" cy="861009"/>
          </a:xfrm>
          <a:prstGeom prst="rect">
            <a:avLst/>
          </a:prstGeom>
          <a:solidFill>
            <a:srgbClr val="21D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4258" y="1453896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nrope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0379" y="1626098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0379" y="1626098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5331" y="1626098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5331" y="1626098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0283" y="1626098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0283" y="1626098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CLI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658" y="2416505"/>
            <a:ext cx="10806379" cy="861009"/>
          </a:xfrm>
          <a:prstGeom prst="roundRect">
            <a:avLst/>
          </a:prstGeom>
          <a:solidFill>
            <a:srgbClr val="189BA4"/>
          </a:solidFill>
          <a:ln w="12700">
            <a:solidFill>
              <a:srgbClr val="1EC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658" y="2416505"/>
            <a:ext cx="50800" cy="861009"/>
          </a:xfrm>
          <a:prstGeom prst="rect">
            <a:avLst/>
          </a:prstGeom>
          <a:solidFill>
            <a:srgbClr val="1EC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258" y="2416505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nrope"/>
              </a:rPr>
              <a:t>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0379" y="2588707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379" y="2588707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5331" y="2588707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5331" y="2588707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Rate limiting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0283" y="2588707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0283" y="2588707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2658" y="3379114"/>
            <a:ext cx="10806379" cy="861009"/>
          </a:xfrm>
          <a:prstGeom prst="roundRect">
            <a:avLst/>
          </a:prstGeom>
          <a:solidFill>
            <a:srgbClr val="16948A"/>
          </a:solidFill>
          <a:ln w="12700">
            <a:solidFill>
              <a:srgbClr val="1C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658" y="3379114"/>
            <a:ext cx="50800" cy="861009"/>
          </a:xfrm>
          <a:prstGeom prst="rect">
            <a:avLst/>
          </a:prstGeom>
          <a:solidFill>
            <a:srgbClr val="1C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258" y="3379114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nrope"/>
              </a:rPr>
              <a:t>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0379" y="3551316"/>
            <a:ext cx="1915014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0379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1593" y="3551316"/>
            <a:ext cx="1915014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1593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92807" y="3551316"/>
            <a:ext cx="1915014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2807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Payments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4021" y="3551316"/>
            <a:ext cx="1915014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4021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Notifications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658" y="4341723"/>
            <a:ext cx="10806379" cy="861009"/>
          </a:xfrm>
          <a:prstGeom prst="roundRect">
            <a:avLst/>
          </a:prstGeom>
          <a:solidFill>
            <a:srgbClr val="158D6E"/>
          </a:solidFill>
          <a:ln w="12700">
            <a:solidFill>
              <a:srgbClr val="1AB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658" y="4341723"/>
            <a:ext cx="50800" cy="861009"/>
          </a:xfrm>
          <a:prstGeom prst="rect">
            <a:avLst/>
          </a:prstGeom>
          <a:solidFill>
            <a:srgbClr val="1AB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258" y="4341723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nrope"/>
              </a:rPr>
              <a:t>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0379" y="4513925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0379" y="4513925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PostgreSQL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5331" y="4513925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5331" y="4513925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Redis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20283" y="4513925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0283" y="4513925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S3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2658" y="5304332"/>
            <a:ext cx="10806379" cy="861009"/>
          </a:xfrm>
          <a:prstGeom prst="roundRect">
            <a:avLst/>
          </a:prstGeom>
          <a:solidFill>
            <a:srgbClr val="128752"/>
          </a:solidFill>
          <a:ln w="12700">
            <a:solidFill>
              <a:srgbClr val="17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2658" y="5304332"/>
            <a:ext cx="50800" cy="861009"/>
          </a:xfrm>
          <a:prstGeom prst="rect">
            <a:avLst/>
          </a:prstGeom>
          <a:solidFill>
            <a:srgbClr val="17B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258" y="5304332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anrope"/>
              </a:rPr>
              <a:t>Infrastructure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0379" y="5476534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0379" y="5476534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Kubernetes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5331" y="5476534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5331" y="5476534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Terraform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0283" y="5476534"/>
            <a:ext cx="2578752" cy="516605"/>
          </a:xfrm>
          <a:prstGeom prst="roundRect">
            <a:avLst/>
          </a:prstGeom>
          <a:solidFill>
            <a:srgbClr val="05070A"/>
          </a:solidFill>
          <a:ln w="63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20283" y="5476534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anrope"/>
              </a:rPr>
              <a:t>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