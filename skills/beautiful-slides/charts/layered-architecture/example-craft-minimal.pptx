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2658" y="692658"/>
            <a:ext cx="10806379" cy="5486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22201C"/>
                </a:solidFill>
                <a:latin typeface="Instrument Serif"/>
              </a:rPr>
              <a:t>Platform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2658" y="1385316"/>
            <a:ext cx="10806379" cy="874725"/>
          </a:xfrm>
          <a:prstGeom prst="roundRect">
            <a:avLst/>
          </a:prstGeom>
          <a:solidFill>
            <a:srgbClr val="9CA293"/>
          </a:solidFill>
          <a:ln w="12700">
            <a:solidFill>
              <a:srgbClr val="7C85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92658" y="1385316"/>
            <a:ext cx="50800" cy="874725"/>
          </a:xfrm>
          <a:prstGeom prst="rect">
            <a:avLst/>
          </a:prstGeom>
          <a:solidFill>
            <a:srgbClr val="7C85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4258" y="1385316"/>
            <a:ext cx="2549194" cy="87472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Instrument Serif"/>
              </a:rPr>
              <a:t>Client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0379" y="1560261"/>
            <a:ext cx="2578752" cy="524835"/>
          </a:xfrm>
          <a:prstGeom prst="roundRect">
            <a:avLst/>
          </a:prstGeom>
          <a:solidFill>
            <a:srgbClr val="FCFBF8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0379" y="1560261"/>
            <a:ext cx="2578752" cy="52483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Instrument Sans"/>
              </a:rPr>
              <a:t>Web 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5331" y="1560261"/>
            <a:ext cx="2578752" cy="524835"/>
          </a:xfrm>
          <a:prstGeom prst="roundRect">
            <a:avLst/>
          </a:prstGeom>
          <a:solidFill>
            <a:srgbClr val="FCFBF8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5331" y="1560261"/>
            <a:ext cx="2578752" cy="52483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Instrument Sans"/>
              </a:rPr>
              <a:t>Mobile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20283" y="1560261"/>
            <a:ext cx="2578752" cy="524835"/>
          </a:xfrm>
          <a:prstGeom prst="roundRect">
            <a:avLst/>
          </a:prstGeom>
          <a:solidFill>
            <a:srgbClr val="FCFBF8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20283" y="1560261"/>
            <a:ext cx="2578752" cy="52483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Instrument Sans"/>
              </a:rPr>
              <a:t>CLI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2658" y="2361641"/>
            <a:ext cx="10806379" cy="874725"/>
          </a:xfrm>
          <a:prstGeom prst="roundRect">
            <a:avLst/>
          </a:prstGeom>
          <a:solidFill>
            <a:srgbClr val="A29D88"/>
          </a:solidFill>
          <a:ln w="12700">
            <a:solidFill>
              <a:srgbClr val="847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2658" y="2361641"/>
            <a:ext cx="50800" cy="874725"/>
          </a:xfrm>
          <a:prstGeom prst="rect">
            <a:avLst/>
          </a:prstGeom>
          <a:solidFill>
            <a:srgbClr val="847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4258" y="2361641"/>
            <a:ext cx="2549194" cy="87472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strument Serif"/>
              </a:rPr>
              <a:t>API gateway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0379" y="2536586"/>
            <a:ext cx="2578752" cy="524835"/>
          </a:xfrm>
          <a:prstGeom prst="roundRect">
            <a:avLst/>
          </a:prstGeom>
          <a:solidFill>
            <a:srgbClr val="FCFBF8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0379" y="2536586"/>
            <a:ext cx="2578752" cy="52483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Instrument Sans"/>
              </a:rPr>
              <a:t>Auth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5331" y="2536586"/>
            <a:ext cx="2578752" cy="524835"/>
          </a:xfrm>
          <a:prstGeom prst="roundRect">
            <a:avLst/>
          </a:prstGeom>
          <a:solidFill>
            <a:srgbClr val="FCFBF8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5331" y="2536586"/>
            <a:ext cx="2578752" cy="52483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Instrument Sans"/>
              </a:rPr>
              <a:t>Rate limiting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0283" y="2536586"/>
            <a:ext cx="2578752" cy="524835"/>
          </a:xfrm>
          <a:prstGeom prst="roundRect">
            <a:avLst/>
          </a:prstGeom>
          <a:solidFill>
            <a:srgbClr val="FCFBF8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20283" y="2536586"/>
            <a:ext cx="2578752" cy="52483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Instrument Sans"/>
              </a:rPr>
              <a:t>Routing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2658" y="3337966"/>
            <a:ext cx="10806379" cy="874725"/>
          </a:xfrm>
          <a:prstGeom prst="roundRect">
            <a:avLst/>
          </a:prstGeom>
          <a:solidFill>
            <a:srgbClr val="A7997E"/>
          </a:solidFill>
          <a:ln w="12700">
            <a:solidFill>
              <a:srgbClr val="8B78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2658" y="3337966"/>
            <a:ext cx="50800" cy="874725"/>
          </a:xfrm>
          <a:prstGeom prst="rect">
            <a:avLst/>
          </a:prstGeom>
          <a:solidFill>
            <a:srgbClr val="8B7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4258" y="3337966"/>
            <a:ext cx="2549194" cy="87472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strument Serif"/>
              </a:rPr>
              <a:t>Services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10379" y="3512911"/>
            <a:ext cx="1915014" cy="524835"/>
          </a:xfrm>
          <a:prstGeom prst="roundRect">
            <a:avLst/>
          </a:prstGeom>
          <a:solidFill>
            <a:srgbClr val="FCFBF8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0379" y="3512911"/>
            <a:ext cx="1915014" cy="52483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Instrument Sans"/>
              </a:rPr>
              <a:t>Users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01593" y="3512911"/>
            <a:ext cx="1915014" cy="524835"/>
          </a:xfrm>
          <a:prstGeom prst="roundRect">
            <a:avLst/>
          </a:prstGeom>
          <a:solidFill>
            <a:srgbClr val="FCFBF8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01593" y="3512911"/>
            <a:ext cx="1915014" cy="52483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Instrument Sans"/>
              </a:rPr>
              <a:t>Orders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92807" y="3512911"/>
            <a:ext cx="1915014" cy="524835"/>
          </a:xfrm>
          <a:prstGeom prst="roundRect">
            <a:avLst/>
          </a:prstGeom>
          <a:solidFill>
            <a:srgbClr val="FCFBF8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92807" y="3512911"/>
            <a:ext cx="1915014" cy="52483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Instrument Sans"/>
              </a:rPr>
              <a:t>Payments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84021" y="3512911"/>
            <a:ext cx="1915014" cy="524835"/>
          </a:xfrm>
          <a:prstGeom prst="roundRect">
            <a:avLst/>
          </a:prstGeom>
          <a:solidFill>
            <a:srgbClr val="FCFBF8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84021" y="3512911"/>
            <a:ext cx="1915014" cy="52483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Instrument Sans"/>
              </a:rPr>
              <a:t>Notifications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2658" y="4314291"/>
            <a:ext cx="10806379" cy="874725"/>
          </a:xfrm>
          <a:prstGeom prst="roundRect">
            <a:avLst/>
          </a:prstGeom>
          <a:solidFill>
            <a:srgbClr val="AC9473"/>
          </a:solidFill>
          <a:ln w="12700">
            <a:solidFill>
              <a:srgbClr val="927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92658" y="4314291"/>
            <a:ext cx="50800" cy="874725"/>
          </a:xfrm>
          <a:prstGeom prst="rect">
            <a:avLst/>
          </a:prstGeom>
          <a:solidFill>
            <a:srgbClr val="927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4258" y="4314291"/>
            <a:ext cx="2549194" cy="87472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strument Serif"/>
              </a:rPr>
              <a:t>Data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10379" y="4489236"/>
            <a:ext cx="2578752" cy="524835"/>
          </a:xfrm>
          <a:prstGeom prst="roundRect">
            <a:avLst/>
          </a:prstGeom>
          <a:solidFill>
            <a:srgbClr val="FCFBF8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10379" y="4489236"/>
            <a:ext cx="2578752" cy="52483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Instrument Sans"/>
              </a:rPr>
              <a:t>PostgreSQL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5331" y="4489236"/>
            <a:ext cx="2578752" cy="524835"/>
          </a:xfrm>
          <a:prstGeom prst="roundRect">
            <a:avLst/>
          </a:prstGeom>
          <a:solidFill>
            <a:srgbClr val="FCFBF8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5331" y="4489236"/>
            <a:ext cx="2578752" cy="52483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Instrument Sans"/>
              </a:rPr>
              <a:t>Redis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20283" y="4489236"/>
            <a:ext cx="2578752" cy="524835"/>
          </a:xfrm>
          <a:prstGeom prst="roundRect">
            <a:avLst/>
          </a:prstGeom>
          <a:solidFill>
            <a:srgbClr val="FCFBF8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20283" y="4489236"/>
            <a:ext cx="2578752" cy="52483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Instrument Sans"/>
              </a:rPr>
              <a:t>S3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2658" y="5290616"/>
            <a:ext cx="10806379" cy="874725"/>
          </a:xfrm>
          <a:prstGeom prst="roundRect">
            <a:avLst/>
          </a:prstGeom>
          <a:solidFill>
            <a:srgbClr val="B28F69"/>
          </a:solidFill>
          <a:ln w="12700">
            <a:solidFill>
              <a:srgbClr val="9A6B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92658" y="5290616"/>
            <a:ext cx="50800" cy="874725"/>
          </a:xfrm>
          <a:prstGeom prst="rect">
            <a:avLst/>
          </a:prstGeom>
          <a:solidFill>
            <a:srgbClr val="9A6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4258" y="5290616"/>
            <a:ext cx="2549194" cy="87472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Instrument Serif"/>
              </a:rPr>
              <a:t>Infrastructure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10379" y="5465561"/>
            <a:ext cx="2578752" cy="524835"/>
          </a:xfrm>
          <a:prstGeom prst="roundRect">
            <a:avLst/>
          </a:prstGeom>
          <a:solidFill>
            <a:srgbClr val="FCFBF8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10379" y="5465561"/>
            <a:ext cx="2578752" cy="52483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Instrument Sans"/>
              </a:rPr>
              <a:t>Kubernetes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65331" y="5465561"/>
            <a:ext cx="2578752" cy="524835"/>
          </a:xfrm>
          <a:prstGeom prst="roundRect">
            <a:avLst/>
          </a:prstGeom>
          <a:solidFill>
            <a:srgbClr val="FCFBF8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65331" y="5465561"/>
            <a:ext cx="2578752" cy="52483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Instrument Sans"/>
              </a:rPr>
              <a:t>Terraform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20283" y="5465561"/>
            <a:ext cx="2578752" cy="524835"/>
          </a:xfrm>
          <a:prstGeom prst="roundRect">
            <a:avLst/>
          </a:prstGeom>
          <a:solidFill>
            <a:srgbClr val="FCFBF8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20283" y="5465561"/>
            <a:ext cx="2578752" cy="52483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Instrument Sans"/>
              </a:rPr>
              <a:t>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