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2658" y="692658"/>
            <a:ext cx="10806379" cy="617220"/>
          </a:xfrm>
          <a:prstGeom prst="rect">
            <a:avLst/>
          </a:prstGeom>
          <a:noFill/>
        </p:spPr>
        <p:txBody>
          <a:bodyPr wrap="square" lIns="50800" rIns="508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Platform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2658" y="1453896"/>
            <a:ext cx="10806379" cy="861009"/>
          </a:xfrm>
          <a:prstGeom prst="roundRect">
            <a:avLst/>
          </a:prstGeom>
          <a:solidFill>
            <a:srgbClr val="FF983B"/>
          </a:solidFill>
          <a:ln w="12700">
            <a:solidFill>
              <a:srgbClr val="FF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92658" y="1453896"/>
            <a:ext cx="50800" cy="861009"/>
          </a:xfrm>
          <a:prstGeom prst="rect">
            <a:avLst/>
          </a:prstGeom>
          <a:solidFill>
            <a:srgbClr val="FF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4258" y="1453896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0379" y="1626098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0379" y="1626098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Web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5331" y="1626098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5331" y="1626098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Mobile app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0283" y="1626098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20283" y="1626098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CLI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658" y="2416505"/>
            <a:ext cx="10806379" cy="861009"/>
          </a:xfrm>
          <a:prstGeom prst="roundRect">
            <a:avLst/>
          </a:prstGeom>
          <a:solidFill>
            <a:srgbClr val="D1A358"/>
          </a:solidFill>
          <a:ln w="12700">
            <a:solidFill>
              <a:srgbClr val="C288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2658" y="2416505"/>
            <a:ext cx="50800" cy="861009"/>
          </a:xfrm>
          <a:prstGeom prst="rect">
            <a:avLst/>
          </a:prstGeom>
          <a:solidFill>
            <a:srgbClr val="C28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4258" y="2416505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API gateway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10379" y="2588707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0379" y="2588707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5331" y="2588707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5331" y="2588707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Rate limiting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20283" y="2588707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20283" y="2588707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Routing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2658" y="3379114"/>
            <a:ext cx="10806379" cy="861009"/>
          </a:xfrm>
          <a:prstGeom prst="roundRect">
            <a:avLst/>
          </a:prstGeom>
          <a:solidFill>
            <a:srgbClr val="A3AE75"/>
          </a:solidFill>
          <a:ln w="12700">
            <a:solidFill>
              <a:srgbClr val="8496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2658" y="3379114"/>
            <a:ext cx="50800" cy="861009"/>
          </a:xfrm>
          <a:prstGeom prst="rect">
            <a:avLst/>
          </a:prstGeom>
          <a:solidFill>
            <a:srgbClr val="8496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4258" y="3379114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Services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0379" y="3551316"/>
            <a:ext cx="1915014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0379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Users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1593" y="3551316"/>
            <a:ext cx="1915014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01593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Orders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92807" y="3551316"/>
            <a:ext cx="1915014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92807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Payments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84021" y="3551316"/>
            <a:ext cx="1915014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84021" y="3551316"/>
            <a:ext cx="1915014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Notifications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92658" y="4341723"/>
            <a:ext cx="10806379" cy="861009"/>
          </a:xfrm>
          <a:prstGeom prst="roundRect">
            <a:avLst/>
          </a:prstGeom>
          <a:solidFill>
            <a:srgbClr val="75B992"/>
          </a:solidFill>
          <a:ln w="12700">
            <a:solidFill>
              <a:srgbClr val="47A5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2658" y="4341723"/>
            <a:ext cx="50800" cy="861009"/>
          </a:xfrm>
          <a:prstGeom prst="rect">
            <a:avLst/>
          </a:prstGeom>
          <a:solidFill>
            <a:srgbClr val="47A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4258" y="4341723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0379" y="4513925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10379" y="4513925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PostgreSQL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65331" y="4513925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5331" y="4513925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Redis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20283" y="4513925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20283" y="4513925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S3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92658" y="5304332"/>
            <a:ext cx="10806379" cy="861009"/>
          </a:xfrm>
          <a:prstGeom prst="roundRect">
            <a:avLst/>
          </a:prstGeom>
          <a:solidFill>
            <a:srgbClr val="47C3B0"/>
          </a:solidFill>
          <a:ln w="12700">
            <a:solidFill>
              <a:srgbClr val="0AB3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2658" y="5304332"/>
            <a:ext cx="50800" cy="861009"/>
          </a:xfrm>
          <a:prstGeom prst="rect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4258" y="5304332"/>
            <a:ext cx="2549194" cy="861009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ricolage Grotesque"/>
              </a:rPr>
              <a:t>Infrastructure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10379" y="5476534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10379" y="5476534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Kubernetes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5331" y="5476534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5331" y="5476534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Terraform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20283" y="5476534"/>
            <a:ext cx="2578752" cy="516605"/>
          </a:xfrm>
          <a:prstGeom prst="roundRect">
            <a:avLst/>
          </a:prstGeom>
          <a:solidFill>
            <a:srgbClr val="FFF4EB"/>
          </a:solidFill>
          <a:ln w="6350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20283" y="5476534"/>
            <a:ext cx="2578752" cy="516605"/>
          </a:xfrm>
          <a:prstGeom prst="rect">
            <a:avLst/>
          </a:prstGeom>
          <a:noFill/>
        </p:spPr>
        <p:txBody>
          <a:bodyPr wrap="square" lIns="50800" rIns="50800" t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Plus Jakarta Sans"/>
              </a:rPr>
              <a:t>Monitoring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