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2658" y="692658"/>
            <a:ext cx="10806379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Platform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92658" y="1385316"/>
            <a:ext cx="10806379" cy="874725"/>
          </a:xfrm>
          <a:prstGeom prst="rect">
            <a:avLst/>
          </a:prstGeom>
          <a:solidFill>
            <a:srgbClr val="A66065"/>
          </a:solidFill>
          <a:ln w="12700">
            <a:solidFill>
              <a:srgbClr val="8C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2658" y="1385316"/>
            <a:ext cx="50800" cy="874725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4258" y="1385316"/>
            <a:ext cx="2549194" cy="87472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Fraunces"/>
              </a:rPr>
              <a:t>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0379" y="1560261"/>
            <a:ext cx="2578752" cy="524835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0379" y="1560261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ewsreader"/>
              </a:rPr>
              <a:t>Web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5331" y="1560261"/>
            <a:ext cx="2578752" cy="524835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5331" y="1560261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ewsreader"/>
              </a:rPr>
              <a:t>Mobile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20283" y="1560261"/>
            <a:ext cx="2578752" cy="524835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20283" y="1560261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ewsreader"/>
              </a:rPr>
              <a:t>CLI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2658" y="2361641"/>
            <a:ext cx="10806379" cy="874725"/>
          </a:xfrm>
          <a:prstGeom prst="rect">
            <a:avLst/>
          </a:prstGeom>
          <a:solidFill>
            <a:srgbClr val="AA685A"/>
          </a:solidFill>
          <a:ln w="12700">
            <a:solidFill>
              <a:srgbClr val="9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2658" y="2361641"/>
            <a:ext cx="50800" cy="874725"/>
          </a:xfrm>
          <a:prstGeom prst="rect">
            <a:avLst/>
          </a:prstGeom>
          <a:solidFill>
            <a:srgbClr val="9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4258" y="2361641"/>
            <a:ext cx="2549194" cy="87472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Fraunces"/>
              </a:rPr>
              <a:t>API gateway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0379" y="2536586"/>
            <a:ext cx="2578752" cy="524835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0379" y="2536586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ewsreader"/>
              </a:rPr>
              <a:t>Auth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5331" y="2536586"/>
            <a:ext cx="2578752" cy="524835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5331" y="2536586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ewsreader"/>
              </a:rPr>
              <a:t>Rate limiting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20283" y="2536586"/>
            <a:ext cx="2578752" cy="524835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20283" y="2536586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ewsreader"/>
              </a:rPr>
              <a:t>Routing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2658" y="3337966"/>
            <a:ext cx="10806379" cy="874725"/>
          </a:xfrm>
          <a:prstGeom prst="rect">
            <a:avLst/>
          </a:prstGeom>
          <a:solidFill>
            <a:srgbClr val="AC704F"/>
          </a:solidFill>
          <a:ln w="12700">
            <a:solidFill>
              <a:srgbClr val="9445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2658" y="3337966"/>
            <a:ext cx="50800" cy="874725"/>
          </a:xfrm>
          <a:prstGeom prst="rect">
            <a:avLst/>
          </a:prstGeom>
          <a:solidFill>
            <a:srgbClr val="944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4258" y="3337966"/>
            <a:ext cx="2549194" cy="87472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Fraunces"/>
              </a:rPr>
              <a:t>Services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0379" y="3512911"/>
            <a:ext cx="1915014" cy="524835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0379" y="3512911"/>
            <a:ext cx="1915014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ewsreader"/>
              </a:rPr>
              <a:t>Users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01593" y="3512911"/>
            <a:ext cx="1915014" cy="524835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01593" y="3512911"/>
            <a:ext cx="1915014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ewsreader"/>
              </a:rPr>
              <a:t>Orders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92807" y="3512911"/>
            <a:ext cx="1915014" cy="524835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92807" y="3512911"/>
            <a:ext cx="1915014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ewsreader"/>
              </a:rPr>
              <a:t>Payments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84021" y="3512911"/>
            <a:ext cx="1915014" cy="524835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84021" y="3512911"/>
            <a:ext cx="1915014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ewsreader"/>
              </a:rPr>
              <a:t>Notifications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2658" y="4314291"/>
            <a:ext cx="10806379" cy="874725"/>
          </a:xfrm>
          <a:prstGeom prst="rect">
            <a:avLst/>
          </a:prstGeom>
          <a:solidFill>
            <a:srgbClr val="B07844"/>
          </a:solidFill>
          <a:ln w="12700">
            <a:solidFill>
              <a:srgbClr val="985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2658" y="4314291"/>
            <a:ext cx="50800" cy="874725"/>
          </a:xfrm>
          <a:prstGeom prst="rect">
            <a:avLst/>
          </a:prstGeom>
          <a:solidFill>
            <a:srgbClr val="985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4258" y="4314291"/>
            <a:ext cx="2549194" cy="87472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Fraunces"/>
              </a:rPr>
              <a:t>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10379" y="4489236"/>
            <a:ext cx="2578752" cy="524835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0379" y="4489236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ewsreader"/>
              </a:rPr>
              <a:t>PostgreSQL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5331" y="4489236"/>
            <a:ext cx="2578752" cy="524835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5331" y="4489236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ewsreader"/>
              </a:rPr>
              <a:t>Redis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20283" y="4489236"/>
            <a:ext cx="2578752" cy="524835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20283" y="4489236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ewsreader"/>
              </a:rPr>
              <a:t>S3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2658" y="5290616"/>
            <a:ext cx="10806379" cy="874725"/>
          </a:xfrm>
          <a:prstGeom prst="rect">
            <a:avLst/>
          </a:prstGeom>
          <a:solidFill>
            <a:srgbClr val="B2803A"/>
          </a:solidFill>
          <a:ln w="12700">
            <a:solidFill>
              <a:srgbClr val="9C5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2658" y="5290616"/>
            <a:ext cx="50800" cy="874725"/>
          </a:xfrm>
          <a:prstGeom prst="rect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4258" y="5290616"/>
            <a:ext cx="2549194" cy="87472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Fraunces"/>
              </a:rPr>
              <a:t>Infrastructure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10379" y="5465561"/>
            <a:ext cx="2578752" cy="524835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10379" y="5465561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ewsreader"/>
              </a:rPr>
              <a:t>Kubernetes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5331" y="5465561"/>
            <a:ext cx="2578752" cy="524835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5331" y="5465561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ewsreader"/>
              </a:rPr>
              <a:t>Terraform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20283" y="5465561"/>
            <a:ext cx="2578752" cy="524835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20283" y="5465561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Newsreader"/>
              </a:rPr>
              <a:t>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