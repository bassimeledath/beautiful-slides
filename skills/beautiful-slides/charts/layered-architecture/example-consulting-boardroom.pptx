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658" y="692658"/>
            <a:ext cx="10806379" cy="4800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Platform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2658" y="1316736"/>
            <a:ext cx="10806379" cy="888441"/>
          </a:xfrm>
          <a:prstGeom prst="rect">
            <a:avLst/>
          </a:prstGeom>
          <a:solidFill>
            <a:srgbClr val="4B79A0"/>
          </a:solidFill>
          <a:ln w="12700">
            <a:solidFill>
              <a:srgbClr val="0F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2658" y="1316736"/>
            <a:ext cx="50800" cy="888441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258" y="1316736"/>
            <a:ext cx="2549194" cy="888441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ublic Sans"/>
              </a:rP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0379" y="1494424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379" y="1494424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5331" y="1494424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5331" y="1494424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Mobile 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20283" y="1494424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0283" y="1494424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2658" y="2306777"/>
            <a:ext cx="10806379" cy="888441"/>
          </a:xfrm>
          <a:prstGeom prst="rect">
            <a:avLst/>
          </a:prstGeom>
          <a:solidFill>
            <a:srgbClr val="497C93"/>
          </a:solidFill>
          <a:ln w="12700">
            <a:solidFill>
              <a:srgbClr val="0C5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658" y="2306777"/>
            <a:ext cx="50800" cy="888441"/>
          </a:xfrm>
          <a:prstGeom prst="rect">
            <a:avLst/>
          </a:prstGeom>
          <a:solidFill>
            <a:srgbClr val="0C51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258" y="2306777"/>
            <a:ext cx="2549194" cy="888441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ublic Sans"/>
              </a:rPr>
              <a:t>API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0379" y="2484465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379" y="2484465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5331" y="2484465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5331" y="2484465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Rate limiting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0283" y="2484465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0283" y="2484465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2658" y="3296818"/>
            <a:ext cx="10806379" cy="888441"/>
          </a:xfrm>
          <a:prstGeom prst="rect">
            <a:avLst/>
          </a:prstGeom>
          <a:solidFill>
            <a:srgbClr val="478086"/>
          </a:solidFill>
          <a:ln w="12700">
            <a:solidFill>
              <a:srgbClr val="0A5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658" y="3296818"/>
            <a:ext cx="50800" cy="888441"/>
          </a:xfrm>
          <a:prstGeom prst="rect">
            <a:avLst/>
          </a:prstGeom>
          <a:solidFill>
            <a:srgbClr val="0A5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258" y="3296818"/>
            <a:ext cx="2549194" cy="888441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ublic Sans"/>
              </a:rPr>
              <a:t>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0379" y="3474506"/>
            <a:ext cx="1915014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379" y="3474506"/>
            <a:ext cx="1915014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01593" y="3474506"/>
            <a:ext cx="1915014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1593" y="3474506"/>
            <a:ext cx="1915014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Orders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2807" y="3474506"/>
            <a:ext cx="1915014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2807" y="3474506"/>
            <a:ext cx="1915014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Payments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4021" y="3474506"/>
            <a:ext cx="1915014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4021" y="3474506"/>
            <a:ext cx="1915014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2658" y="4286859"/>
            <a:ext cx="10806379" cy="888441"/>
          </a:xfrm>
          <a:prstGeom prst="rect">
            <a:avLst/>
          </a:prstGeom>
          <a:solidFill>
            <a:srgbClr val="468479"/>
          </a:solidFill>
          <a:ln w="12700">
            <a:solidFill>
              <a:srgbClr val="085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658" y="4286859"/>
            <a:ext cx="50800" cy="888441"/>
          </a:xfrm>
          <a:prstGeom prst="rect">
            <a:avLst/>
          </a:prstGeom>
          <a:solidFill>
            <a:srgbClr val="085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258" y="4286859"/>
            <a:ext cx="2549194" cy="888441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ublic Sans"/>
              </a:rPr>
              <a:t>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0379" y="4464547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0379" y="4464547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PostgreSQL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5331" y="4464547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5331" y="4464547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Redis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20283" y="4464547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0283" y="4464547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S3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2658" y="5276900"/>
            <a:ext cx="10806379" cy="888441"/>
          </a:xfrm>
          <a:prstGeom prst="rect">
            <a:avLst/>
          </a:prstGeom>
          <a:solidFill>
            <a:srgbClr val="44886B"/>
          </a:solidFill>
          <a:ln w="12700">
            <a:solidFill>
              <a:srgbClr val="056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2658" y="5276900"/>
            <a:ext cx="50800" cy="888441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258" y="5276900"/>
            <a:ext cx="2549194" cy="888441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ublic Sans"/>
              </a:rPr>
              <a:t>Infrastructure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0379" y="5454588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0379" y="5454588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Kubernetes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5331" y="5454588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5331" y="5454588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Terraform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20283" y="5454588"/>
            <a:ext cx="2578752" cy="533064"/>
          </a:xfrm>
          <a:prstGeom prst="rect">
            <a:avLst/>
          </a:prstGeom>
          <a:solidFill>
            <a:srgbClr val="FFFFF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0283" y="5454588"/>
            <a:ext cx="2578752" cy="53306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