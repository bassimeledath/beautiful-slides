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480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Monthly active users -- base vs.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207693"/>
            <a:ext cx="10861243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MAU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67409" y="5865241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67409" y="5316188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67409" y="4767135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67409" y="4218082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67409" y="3669029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7409" y="3119976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67409" y="2570923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67409" y="2021870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67409" y="1472818"/>
            <a:ext cx="9507969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9133" y="5767451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3" y="5218398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3" y="4669345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3" y="4120292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3" y="3571239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3" y="3022186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3" y="2473133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3" y="1924080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2750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3" y="1375028"/>
            <a:ext cx="8570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3000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67409" y="1472818"/>
            <a:ext cx="0" cy="4392423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67409" y="5865241"/>
            <a:ext cx="9507969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3544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7905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2266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6626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0987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348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9709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Jul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4070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8431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2791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7152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Nov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1513" y="5896444"/>
            <a:ext cx="1267729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Dec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17934" y="1472818"/>
            <a:ext cx="0" cy="4392423"/>
          </a:xfrm>
          <a:prstGeom prst="line">
            <a:avLst/>
          </a:prstGeom>
          <a:ln w="9525">
            <a:solidFill>
              <a:srgbClr val="475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567409" y="5096566"/>
            <a:ext cx="864360" cy="329431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1769" y="4723211"/>
            <a:ext cx="864360" cy="373355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6130" y="4701248"/>
            <a:ext cx="864360" cy="219621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491" y="4503589"/>
            <a:ext cx="864360" cy="417280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4852" y="4108271"/>
            <a:ext cx="864360" cy="702787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89213" y="3888650"/>
            <a:ext cx="864360" cy="658863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53573" y="3559218"/>
            <a:ext cx="864360" cy="1010257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17934" y="3185862"/>
            <a:ext cx="864360" cy="1405575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82295" y="2790544"/>
            <a:ext cx="864360" cy="1844817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46656" y="2395226"/>
            <a:ext cx="864360" cy="2327984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11017" y="1999908"/>
            <a:ext cx="864360" cy="2811150"/>
          </a:xfrm>
          <a:prstGeom prst="rect">
            <a:avLst/>
          </a:prstGeom>
          <a:solidFill>
            <a:srgbClr val="0F4C8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6753573" y="4064347"/>
            <a:ext cx="864361" cy="153735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617934" y="3888650"/>
            <a:ext cx="864361" cy="175697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482295" y="3712953"/>
            <a:ext cx="864361" cy="175697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46656" y="3559218"/>
            <a:ext cx="864361" cy="153735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211017" y="3405484"/>
            <a:ext cx="864361" cy="153734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67409" y="5096566"/>
            <a:ext cx="864360" cy="329432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31769" y="4767135"/>
            <a:ext cx="864361" cy="329431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96130" y="4767135"/>
            <a:ext cx="864361" cy="43924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60491" y="4657324"/>
            <a:ext cx="864361" cy="1537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024852" y="4327892"/>
            <a:ext cx="864361" cy="329432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89213" y="4218082"/>
            <a:ext cx="864360" cy="109810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702773" y="4167282"/>
            <a:ext cx="101600" cy="1016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33253" y="4197762"/>
            <a:ext cx="40640" cy="40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99688" y="1263268"/>
            <a:ext cx="107569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Scenario range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76168" y="1319148"/>
            <a:ext cx="167640" cy="83820"/>
          </a:xfrm>
          <a:prstGeom prst="rect">
            <a:avLst/>
          </a:prstGeom>
          <a:solidFill>
            <a:srgbClr val="0F4C81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49728" y="1263268"/>
            <a:ext cx="61468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Forecast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826208" y="1361058"/>
            <a:ext cx="167640" cy="0"/>
          </a:xfrm>
          <a:prstGeom prst="line">
            <a:avLst/>
          </a:prstGeom>
          <a:ln w="2540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176603" y="1263268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Actuals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953083" y="1361058"/>
            <a:ext cx="167640" cy="0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