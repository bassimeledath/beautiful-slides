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ARR forecast with confidence interval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226" y="1276273"/>
            <a:ext cx="10861243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ARR ($M)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67409" y="5570601"/>
            <a:ext cx="9507969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67409" y="4905840"/>
            <a:ext cx="9507969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67409" y="4241080"/>
            <a:ext cx="9507969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67409" y="3576319"/>
            <a:ext cx="9507969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67409" y="2911559"/>
            <a:ext cx="9507969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67409" y="2246798"/>
            <a:ext cx="9507969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67409" y="1582038"/>
            <a:ext cx="9507969" cy="0"/>
          </a:xfrm>
          <a:prstGeom prst="line">
            <a:avLst/>
          </a:prstGeom>
          <a:ln w="635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9133" y="5463921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3" y="4799160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3" y="4134400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3" y="3469639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3" y="2804879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3" y="2140118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3" y="1475358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140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67409" y="1582038"/>
            <a:ext cx="0" cy="3988563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67409" y="5570601"/>
            <a:ext cx="9507969" cy="0"/>
          </a:xfrm>
          <a:prstGeom prst="line">
            <a:avLst/>
          </a:prstGeom>
          <a:ln w="9525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6612" y="5601804"/>
            <a:ext cx="1901593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Q1'24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4893" y="5601804"/>
            <a:ext cx="1901593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Q2'24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3175" y="5601804"/>
            <a:ext cx="1901593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Q3'24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1456" y="5601804"/>
            <a:ext cx="1901593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Q4'24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9737" y="5601804"/>
            <a:ext cx="1901593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Q1'25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8018" y="5601804"/>
            <a:ext cx="1901593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Q2'25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6300" y="5601804"/>
            <a:ext cx="1901593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Q3'25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24581" y="5601804"/>
            <a:ext cx="1901593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Q4'25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7409" y="5856046"/>
            <a:ext cx="950796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Quarter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58815" y="1582038"/>
            <a:ext cx="0" cy="3988563"/>
          </a:xfrm>
          <a:prstGeom prst="line">
            <a:avLst/>
          </a:prstGeom>
          <a:ln w="9525">
            <a:solidFill>
              <a:srgbClr val="7B77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567409" y="4573460"/>
            <a:ext cx="1358281" cy="265904"/>
          </a:xfrm>
          <a:prstGeom prst="rect">
            <a:avLst/>
          </a:prstGeom>
          <a:solidFill>
            <a:srgbClr val="7C857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5690" y="4340794"/>
            <a:ext cx="1358281" cy="365618"/>
          </a:xfrm>
          <a:prstGeom prst="rect">
            <a:avLst/>
          </a:prstGeom>
          <a:solidFill>
            <a:srgbClr val="7C857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3971" y="4008413"/>
            <a:ext cx="1358281" cy="598284"/>
          </a:xfrm>
          <a:prstGeom prst="rect">
            <a:avLst/>
          </a:prstGeom>
          <a:solidFill>
            <a:srgbClr val="7C857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42252" y="3742509"/>
            <a:ext cx="1358281" cy="664760"/>
          </a:xfrm>
          <a:prstGeom prst="rect">
            <a:avLst/>
          </a:prstGeom>
          <a:solidFill>
            <a:srgbClr val="7C857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00534" y="3310415"/>
            <a:ext cx="1358281" cy="897426"/>
          </a:xfrm>
          <a:prstGeom prst="rect">
            <a:avLst/>
          </a:prstGeom>
          <a:solidFill>
            <a:srgbClr val="7C857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58815" y="2845082"/>
            <a:ext cx="1358281" cy="1263044"/>
          </a:xfrm>
          <a:prstGeom prst="rect">
            <a:avLst/>
          </a:prstGeom>
          <a:solidFill>
            <a:srgbClr val="7C857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17096" y="2313274"/>
            <a:ext cx="1358281" cy="1661901"/>
          </a:xfrm>
          <a:prstGeom prst="rect">
            <a:avLst/>
          </a:prstGeom>
          <a:solidFill>
            <a:srgbClr val="7C857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7000534" y="3709271"/>
            <a:ext cx="1358281" cy="265904"/>
          </a:xfrm>
          <a:prstGeom prst="line">
            <a:avLst/>
          </a:prstGeom>
          <a:ln w="25400">
            <a:solidFill>
              <a:srgbClr val="7C857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58815" y="3410129"/>
            <a:ext cx="1358281" cy="299142"/>
          </a:xfrm>
          <a:prstGeom prst="line">
            <a:avLst/>
          </a:prstGeom>
          <a:ln w="25400">
            <a:solidFill>
              <a:srgbClr val="7C857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717096" y="3077749"/>
            <a:ext cx="1358282" cy="332380"/>
          </a:xfrm>
          <a:prstGeom prst="line">
            <a:avLst/>
          </a:prstGeom>
          <a:ln w="25400">
            <a:solidFill>
              <a:srgbClr val="7C857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567409" y="4639936"/>
            <a:ext cx="1358281" cy="199428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25690" y="4473746"/>
            <a:ext cx="1358281" cy="166190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83971" y="4207841"/>
            <a:ext cx="1358281" cy="265905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642252" y="3975175"/>
            <a:ext cx="1358282" cy="232666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949734" y="3924375"/>
            <a:ext cx="101600" cy="1016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80214" y="3954855"/>
            <a:ext cx="40640" cy="40640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72458" y="1353438"/>
            <a:ext cx="50292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90% CI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28618" y="1414398"/>
            <a:ext cx="182880" cy="91440"/>
          </a:xfrm>
          <a:prstGeom prst="rect">
            <a:avLst/>
          </a:prstGeom>
          <a:solidFill>
            <a:srgbClr val="7C8571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36138" y="1353438"/>
            <a:ext cx="67056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Forecast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292298" y="1460118"/>
            <a:ext cx="182880" cy="0"/>
          </a:xfrm>
          <a:prstGeom prst="line">
            <a:avLst/>
          </a:prstGeom>
          <a:ln w="25400">
            <a:solidFill>
              <a:srgbClr val="7C857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83638" y="1353438"/>
            <a:ext cx="58674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Actuals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39798" y="1460118"/>
            <a:ext cx="182880" cy="0"/>
          </a:xfrm>
          <a:prstGeom prst="line">
            <a:avLst/>
          </a:prstGeom>
          <a:ln w="317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