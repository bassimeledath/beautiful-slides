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Usage intensity — weekday ×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8401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3802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9204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605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0007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5408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0809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6211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1612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7014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2415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Manrope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95400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40514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85629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30743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75858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0972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087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F5F7FA"/>
                </a:solidFill>
                <a:latin typeface="Manrope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71D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43000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8401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111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018401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93802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D1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93802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69204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D1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69204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4605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A2C3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44605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0007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4789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20007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5408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BB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95408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0809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DB5D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70809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46211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BBE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46211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1612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7C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21612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97014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29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97014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72415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F4F5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72415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51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43000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8401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018401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3802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D1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893802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69204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769204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44605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B343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644605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22%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20007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520007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95408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AA3C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95408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76%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70809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C0E5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70809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46211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FC4E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46211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21612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CAFD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21612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97014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6A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97014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62%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72415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0596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72415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40%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43000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92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43000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9%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8401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2018401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93802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893802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69204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111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769204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44605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C384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44605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24%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520007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29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520007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60%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95408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BC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95408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80%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70809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FC8E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270809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94%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146211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20CCF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46211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96%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21612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DB7D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021612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86%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897014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78EA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897014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66%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772415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2637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772415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45%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43000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C22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143000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18401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2018401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93802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93802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769204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769204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44605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C3C4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644605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26%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520007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6A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520007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62%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95408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CAFD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395408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82%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270809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20CAF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70809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95%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146211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20CEF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146211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97%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021612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BBE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021612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88%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897014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6B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897014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70%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772415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2697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0772415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48%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143000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42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143000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14%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018401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C22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2018401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893802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893802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769204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769204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644605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D404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644605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28%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520007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520007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95408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7C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395408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78%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270809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BBE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70809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88%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146211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DB3D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146211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84%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021612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BC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021612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80%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897014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BB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897014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72%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772415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6A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0772415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62%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143000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B343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143000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22%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018401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A2C3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2018401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18%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893802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202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893802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12%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769204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71D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769204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8%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44605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83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44605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16%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20007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E495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520007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32%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395408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36E8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395408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50%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70809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70809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146211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78AA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146211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64%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021612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BB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021612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72%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897014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BC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897014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80%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0772415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7C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772415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78%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43000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C3A4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143000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25%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018401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B303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2018401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20%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893802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42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893802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14%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769204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92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769204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9%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644605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42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644605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14%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520007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D404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520007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28%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95408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15D7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395408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42%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270809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36E8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270809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50%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146211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4768D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8146211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54%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021612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29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9021612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60%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9897014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78EA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9897014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66%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772415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10772415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442655" y="5875020"/>
            <a:ext cx="133351" cy="12573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576005" y="5875020"/>
            <a:ext cx="133351" cy="125730"/>
          </a:xfrm>
          <a:prstGeom prst="rect">
            <a:avLst/>
          </a:prstGeom>
          <a:solidFill>
            <a:srgbClr val="06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8709355" y="5875020"/>
            <a:ext cx="133351" cy="125730"/>
          </a:xfrm>
          <a:prstGeom prst="rect">
            <a:avLst/>
          </a:prstGeom>
          <a:solidFill>
            <a:srgbClr val="07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8842705" y="5875020"/>
            <a:ext cx="133351" cy="125730"/>
          </a:xfrm>
          <a:prstGeom prst="rect">
            <a:avLst/>
          </a:prstGeom>
          <a:solidFill>
            <a:srgbClr val="09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8976055" y="5875020"/>
            <a:ext cx="133351" cy="125730"/>
          </a:xfrm>
          <a:prstGeom prst="rect">
            <a:avLst/>
          </a:prstGeom>
          <a:solidFill>
            <a:srgbClr val="0A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109405" y="5875020"/>
            <a:ext cx="133351" cy="125730"/>
          </a:xfrm>
          <a:prstGeom prst="rect">
            <a:avLst/>
          </a:prstGeom>
          <a:solidFill>
            <a:srgbClr val="0B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9242755" y="5875020"/>
            <a:ext cx="133351" cy="125730"/>
          </a:xfrm>
          <a:prstGeom prst="rect">
            <a:avLst/>
          </a:prstGeom>
          <a:solidFill>
            <a:srgbClr val="0C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9376105" y="5875020"/>
            <a:ext cx="133351" cy="125730"/>
          </a:xfrm>
          <a:prstGeom prst="rect">
            <a:avLst/>
          </a:prstGeom>
          <a:solidFill>
            <a:srgbClr val="0E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509455" y="5875020"/>
            <a:ext cx="133351" cy="125730"/>
          </a:xfrm>
          <a:prstGeom prst="rect">
            <a:avLst/>
          </a:prstGeom>
          <a:solidFill>
            <a:srgbClr val="0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642805" y="5875020"/>
            <a:ext cx="133351" cy="125730"/>
          </a:xfrm>
          <a:prstGeom prst="rect">
            <a:avLst/>
          </a:prstGeom>
          <a:solidFill>
            <a:srgbClr val="10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776155" y="5875020"/>
            <a:ext cx="133351" cy="125730"/>
          </a:xfrm>
          <a:prstGeom prst="rect">
            <a:avLst/>
          </a:prstGeom>
          <a:solidFill>
            <a:srgbClr val="116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9909505" y="5875020"/>
            <a:ext cx="133351" cy="125730"/>
          </a:xfrm>
          <a:prstGeom prst="rect">
            <a:avLst/>
          </a:prstGeom>
          <a:solidFill>
            <a:srgbClr val="126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042855" y="5875020"/>
            <a:ext cx="133351" cy="125730"/>
          </a:xfrm>
          <a:prstGeom prst="rect">
            <a:avLst/>
          </a:prstGeom>
          <a:solidFill>
            <a:srgbClr val="1472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176205" y="5875020"/>
            <a:ext cx="133351" cy="125730"/>
          </a:xfrm>
          <a:prstGeom prst="rect">
            <a:avLst/>
          </a:prstGeom>
          <a:solidFill>
            <a:srgbClr val="15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309555" y="5875020"/>
            <a:ext cx="133351" cy="125730"/>
          </a:xfrm>
          <a:prstGeom prst="rect">
            <a:avLst/>
          </a:prstGeom>
          <a:solidFill>
            <a:srgbClr val="168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0442905" y="5875020"/>
            <a:ext cx="133351" cy="125730"/>
          </a:xfrm>
          <a:prstGeom prst="rect">
            <a:avLst/>
          </a:prstGeom>
          <a:solidFill>
            <a:srgbClr val="178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0576255" y="5875020"/>
            <a:ext cx="133351" cy="125730"/>
          </a:xfrm>
          <a:prstGeom prst="rect">
            <a:avLst/>
          </a:prstGeom>
          <a:solidFill>
            <a:srgbClr val="189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0709605" y="5875020"/>
            <a:ext cx="133351" cy="125730"/>
          </a:xfrm>
          <a:prstGeom prst="rect">
            <a:avLst/>
          </a:prstGeom>
          <a:solidFill>
            <a:srgbClr val="1A9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842955" y="5875020"/>
            <a:ext cx="133351" cy="125730"/>
          </a:xfrm>
          <a:prstGeom prst="rect">
            <a:avLst/>
          </a:prstGeom>
          <a:solidFill>
            <a:srgbClr val="1B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0976305" y="5875020"/>
            <a:ext cx="133351" cy="125730"/>
          </a:xfrm>
          <a:prstGeom prst="rect">
            <a:avLst/>
          </a:prstGeom>
          <a:solidFill>
            <a:srgbClr val="1CB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109655" y="5875020"/>
            <a:ext cx="133351" cy="125730"/>
          </a:xfrm>
          <a:prstGeom prst="rect">
            <a:avLst/>
          </a:prstGeom>
          <a:solidFill>
            <a:srgbClr val="1DB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43005" y="5875020"/>
            <a:ext cx="133351" cy="125730"/>
          </a:xfrm>
          <a:prstGeom prst="rect">
            <a:avLst/>
          </a:prstGeom>
          <a:solidFill>
            <a:srgbClr val="1FC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376355" y="5875020"/>
            <a:ext cx="133351" cy="125730"/>
          </a:xfrm>
          <a:prstGeom prst="rect">
            <a:avLst/>
          </a:prstGeom>
          <a:solidFill>
            <a:srgbClr val="20C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509705" y="5875020"/>
            <a:ext cx="133351" cy="125730"/>
          </a:xfrm>
          <a:prstGeom prst="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84426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JetBrains Mono"/>
              </a:rPr>
              <a:t>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0428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