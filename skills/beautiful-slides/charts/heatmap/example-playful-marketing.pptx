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1B1B1F"/>
                </a:solidFill>
                <a:latin typeface="Bricolage Grotesque"/>
              </a:rPr>
              <a:t>Usage intensity — weekday ×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8401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3802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9204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4605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0007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5408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70809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6211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1612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97014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2415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Plus Jakarta San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95400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40514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Tue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85629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30743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Thu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75858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Fri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20972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Sat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087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1B1B1F"/>
                </a:solidFill>
                <a:latin typeface="Plus Jakarta Sans"/>
              </a:rPr>
              <a:t>Sun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AD8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143000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8401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ED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018401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93802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F0E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893802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69204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F0E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769204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44605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EC1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44605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0007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16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520007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5408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C4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95408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0809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C2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70809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46211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91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46211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88%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1612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53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21612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97014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B5E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97014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72415" y="1295400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C99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72415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35%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BDB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43000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8401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FE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018401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93802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F0E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893802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3%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69204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FE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69204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44605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9B7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44605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22%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520007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D6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520007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58%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95408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738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95408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76%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70809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618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70809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46211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41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46211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21612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02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21612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82%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97014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85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897014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62%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772415" y="1940514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C38D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772415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40%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3000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9D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43000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8401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DDD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018401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893802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FE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893802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4%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69204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ED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769204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44605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7B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644605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24%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520007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B5E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520007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60%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95408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22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395408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80%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70809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10E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270809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94%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46211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7F0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46211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96%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21612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B21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021612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86%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97014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350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897014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66%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772415" y="2585629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D81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772415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45%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43000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8D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3000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10%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018401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DDD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2018401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893802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FE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93802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69204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FE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769204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44605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4AE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644605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26%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520007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85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520007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62%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395408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02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95408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82%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270809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00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270809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95%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146211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7E07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146211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97%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021612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91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9021612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88%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897014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F4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897014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70%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772415" y="3230743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97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0772415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48%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143000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3C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143000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14%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18401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8D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18401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10%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93802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DDD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893802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769204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DDD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769204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44605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2A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644605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28%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520007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D6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520007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58%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95408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53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395408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78%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270809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91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7270809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88%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146211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8E2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146211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84%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021612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22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021612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80%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97014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C4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897014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72%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772415" y="3875858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85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0772415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62%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143000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9B7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143000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22%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18401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EC1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2018401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18%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893802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5C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893802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12%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69204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AD8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769204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8%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44605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0C5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4644605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16%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20007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CDA0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520007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32%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395408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77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395408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50%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70809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D6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7270809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58%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146211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655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8146211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64%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21612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C42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9021612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72%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897014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22F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897014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80%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772415" y="4520972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9534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0772415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78%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143000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6B0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143000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25%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018401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CB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2018401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20%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893802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3C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2893802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14%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769204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9D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769204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9%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644605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E3CA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644605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14%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520007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D2A9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520007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28%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395408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C188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95408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42%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270809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776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7270809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50%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146211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B26C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8146211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54%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021612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B5E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9021612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60%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9897014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350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897014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66%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772415" y="5166087"/>
            <a:ext cx="870639" cy="640352"/>
          </a:xfrm>
          <a:prstGeom prst="roundRect">
            <a:avLst>
              <a:gd name="adj" fmla="val 17849"/>
            </a:avLst>
          </a:prstGeom>
          <a:solidFill>
            <a:srgbClr val="FFAD63"/>
          </a:solidFill>
          <a:ln w="2381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0772415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B1B1F"/>
                </a:solidFill>
                <a:latin typeface="Recursive Mono"/>
              </a:rPr>
              <a:t>58%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442655" y="5875020"/>
            <a:ext cx="133351" cy="125730"/>
          </a:xfrm>
          <a:prstGeom prst="rect">
            <a:avLst/>
          </a:prstGeom>
          <a:solidFill>
            <a:srgbClr val="FF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8576005" y="5875020"/>
            <a:ext cx="133351" cy="125730"/>
          </a:xfrm>
          <a:prstGeom prst="rect">
            <a:avLst/>
          </a:prstGeom>
          <a:solidFill>
            <a:srgbClr val="FFE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8709355" y="5875020"/>
            <a:ext cx="133351" cy="125730"/>
          </a:xfrm>
          <a:prstGeom prst="rect">
            <a:avLst/>
          </a:prstGeom>
          <a:solidFill>
            <a:srgbClr val="FFE9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8842705" y="5875020"/>
            <a:ext cx="133351" cy="125730"/>
          </a:xfrm>
          <a:prstGeom prst="rect">
            <a:avLst/>
          </a:prstGeom>
          <a:solidFill>
            <a:srgbClr val="FF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8976055" y="5875020"/>
            <a:ext cx="133351" cy="125730"/>
          </a:xfrm>
          <a:prstGeom prst="rect">
            <a:avLst/>
          </a:prstGeom>
          <a:solidFill>
            <a:srgbClr val="FFD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109405" y="5875020"/>
            <a:ext cx="133351" cy="125730"/>
          </a:xfrm>
          <a:prstGeom prst="rect">
            <a:avLst/>
          </a:prstGeom>
          <a:solidFill>
            <a:srgbClr val="FFD9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9242755" y="5875020"/>
            <a:ext cx="133351" cy="125730"/>
          </a:xfrm>
          <a:prstGeom prst="rect">
            <a:avLst/>
          </a:prstGeom>
          <a:solidFill>
            <a:srgbClr val="FFD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9376105" y="5875020"/>
            <a:ext cx="133351" cy="125730"/>
          </a:xfrm>
          <a:prstGeom prst="rect">
            <a:avLst/>
          </a:prstGeom>
          <a:solidFill>
            <a:srgbClr val="FFC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509455" y="5875020"/>
            <a:ext cx="133351" cy="125730"/>
          </a:xfrm>
          <a:prstGeom prst="rect">
            <a:avLst/>
          </a:prstGeom>
          <a:solidFill>
            <a:srgbClr val="FFC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9642805" y="5875020"/>
            <a:ext cx="133351" cy="125730"/>
          </a:xfrm>
          <a:prstGeom prst="rect">
            <a:avLst/>
          </a:prstGeom>
          <a:solidFill>
            <a:srgbClr val="FF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9776155" y="5875020"/>
            <a:ext cx="133351" cy="125730"/>
          </a:xfrm>
          <a:prstGeom prst="rect">
            <a:avLst/>
          </a:prstGeom>
          <a:solidFill>
            <a:srgbClr val="FFB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9909505" y="5875020"/>
            <a:ext cx="133351" cy="125730"/>
          </a:xfrm>
          <a:prstGeom prst="rect">
            <a:avLst/>
          </a:prstGeom>
          <a:solidFill>
            <a:srgbClr val="FFB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10042855" y="5875020"/>
            <a:ext cx="133351" cy="125730"/>
          </a:xfrm>
          <a:prstGeom prst="rect">
            <a:avLst/>
          </a:prstGeom>
          <a:solidFill>
            <a:srgbClr val="FFB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0176205" y="5875020"/>
            <a:ext cx="133351" cy="125730"/>
          </a:xfrm>
          <a:prstGeom prst="rect">
            <a:avLst/>
          </a:prstGeom>
          <a:solidFill>
            <a:srgbClr val="FFA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0309555" y="5875020"/>
            <a:ext cx="133351" cy="125730"/>
          </a:xfrm>
          <a:prstGeom prst="rect">
            <a:avLst/>
          </a:prstGeom>
          <a:solidFill>
            <a:srgbClr val="FFA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10442905" y="5875020"/>
            <a:ext cx="133351" cy="125730"/>
          </a:xfrm>
          <a:prstGeom prst="rect">
            <a:avLst/>
          </a:prstGeom>
          <a:solidFill>
            <a:srgbClr val="FFA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0576255" y="5875020"/>
            <a:ext cx="133351" cy="125730"/>
          </a:xfrm>
          <a:prstGeom prst="rect">
            <a:avLst/>
          </a:prstGeom>
          <a:solidFill>
            <a:srgbClr val="FF9F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0709605" y="5875020"/>
            <a:ext cx="133351" cy="125730"/>
          </a:xfrm>
          <a:prstGeom prst="rect">
            <a:avLst/>
          </a:prstGeom>
          <a:solidFill>
            <a:srgbClr val="FF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0842955" y="5875020"/>
            <a:ext cx="133351" cy="125730"/>
          </a:xfrm>
          <a:prstGeom prst="rect">
            <a:avLst/>
          </a:prstGeom>
          <a:solidFill>
            <a:srgbClr val="FF9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0976305" y="5875020"/>
            <a:ext cx="133351" cy="125730"/>
          </a:xfrm>
          <a:prstGeom prst="rect">
            <a:avLst/>
          </a:prstGeom>
          <a:solidFill>
            <a:srgbClr val="FF8F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109655" y="5875020"/>
            <a:ext cx="133351" cy="125730"/>
          </a:xfrm>
          <a:prstGeom prst="rect">
            <a:avLst/>
          </a:prstGeom>
          <a:solidFill>
            <a:srgbClr val="FF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243005" y="5875020"/>
            <a:ext cx="133351" cy="125730"/>
          </a:xfrm>
          <a:prstGeom prst="rect">
            <a:avLst/>
          </a:prstGeom>
          <a:solidFill>
            <a:srgbClr val="FF8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376355" y="5875020"/>
            <a:ext cx="133351" cy="125730"/>
          </a:xfrm>
          <a:prstGeom prst="rect">
            <a:avLst/>
          </a:prstGeom>
          <a:solidFill>
            <a:srgbClr val="FF7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509705" y="5875020"/>
            <a:ext cx="133351" cy="12573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442655" y="6035040"/>
            <a:ext cx="1600200" cy="195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1B1F"/>
                </a:solidFill>
                <a:latin typeface="Recursive Mono"/>
              </a:rPr>
              <a:t>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042855" y="6035040"/>
            <a:ext cx="1600200" cy="195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1B1B1F"/>
                </a:solidFill>
                <a:latin typeface="Recursive Mono"/>
              </a:rP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