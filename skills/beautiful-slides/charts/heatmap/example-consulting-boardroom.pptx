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0920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7328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3736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0144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552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2960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9368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5776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2184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92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000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1408" y="873760"/>
            <a:ext cx="881646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75467"/>
                </a:solidFill>
                <a:latin typeface="Public Sans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122679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08433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94188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79943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5697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51452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37207"/>
            <a:ext cx="408940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475467"/>
                </a:solidFill>
                <a:latin typeface="Public Sans"/>
              </a:rPr>
              <a:t>Sun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920" y="1122679"/>
            <a:ext cx="881646" cy="680992"/>
          </a:xfrm>
          <a:prstGeom prst="rect">
            <a:avLst/>
          </a:prstGeom>
          <a:solidFill>
            <a:srgbClr val="ECF1F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10920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7328" y="1122679"/>
            <a:ext cx="881646" cy="680992"/>
          </a:xfrm>
          <a:prstGeom prst="rect">
            <a:avLst/>
          </a:prstGeom>
          <a:solidFill>
            <a:srgbClr val="F3F6F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897328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3736" y="1122679"/>
            <a:ext cx="881646" cy="680992"/>
          </a:xfrm>
          <a:prstGeom prst="rect">
            <a:avLst/>
          </a:prstGeom>
          <a:solidFill>
            <a:srgbClr val="F8FAF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783736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0144" y="1122679"/>
            <a:ext cx="881646" cy="680992"/>
          </a:xfrm>
          <a:prstGeom prst="rect">
            <a:avLst/>
          </a:prstGeom>
          <a:solidFill>
            <a:srgbClr val="F8FAF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70144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6552" y="1122679"/>
            <a:ext cx="881646" cy="680992"/>
          </a:xfrm>
          <a:prstGeom prst="rect">
            <a:avLst/>
          </a:prstGeom>
          <a:solidFill>
            <a:srgbClr val="D4DFE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56552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2960" y="1122679"/>
            <a:ext cx="881646" cy="680992"/>
          </a:xfrm>
          <a:prstGeom prst="rect">
            <a:avLst/>
          </a:prstGeom>
          <a:solidFill>
            <a:srgbClr val="7B9DB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42960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9368" y="1122679"/>
            <a:ext cx="881646" cy="680992"/>
          </a:xfrm>
          <a:prstGeom prst="rect">
            <a:avLst/>
          </a:prstGeom>
          <a:solidFill>
            <a:srgbClr val="527EA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29368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15776" y="1122679"/>
            <a:ext cx="881646" cy="680992"/>
          </a:xfrm>
          <a:prstGeom prst="rect">
            <a:avLst/>
          </a:prstGeom>
          <a:solidFill>
            <a:srgbClr val="33679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15776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2184" y="1122679"/>
            <a:ext cx="881646" cy="680992"/>
          </a:xfrm>
          <a:prstGeom prst="rect">
            <a:avLst/>
          </a:prstGeom>
          <a:solidFill>
            <a:srgbClr val="2C619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02184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88592" y="1122679"/>
            <a:ext cx="881646" cy="680992"/>
          </a:xfrm>
          <a:prstGeom prst="rect">
            <a:avLst/>
          </a:prstGeom>
          <a:solidFill>
            <a:srgbClr val="4473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88592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78%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000" y="1122679"/>
            <a:ext cx="881646" cy="680992"/>
          </a:xfrm>
          <a:prstGeom prst="rect">
            <a:avLst/>
          </a:prstGeom>
          <a:solidFill>
            <a:srgbClr val="6F94B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75000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61408" y="1122679"/>
            <a:ext cx="881646" cy="680992"/>
          </a:xfrm>
          <a:prstGeom prst="rect">
            <a:avLst/>
          </a:prstGeom>
          <a:solidFill>
            <a:srgbClr val="ABC0D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61408" y="1122679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35%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920" y="1808433"/>
            <a:ext cx="881646" cy="680992"/>
          </a:xfrm>
          <a:prstGeom prst="rect">
            <a:avLst/>
          </a:prstGeom>
          <a:solidFill>
            <a:srgbClr val="EEF2F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10920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97328" y="1808433"/>
            <a:ext cx="881646" cy="680992"/>
          </a:xfrm>
          <a:prstGeom prst="rect">
            <a:avLst/>
          </a:prstGeom>
          <a:solidFill>
            <a:srgbClr val="F5F8F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897328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3736" y="1808433"/>
            <a:ext cx="881646" cy="680992"/>
          </a:xfrm>
          <a:prstGeom prst="rect">
            <a:avLst/>
          </a:prstGeom>
          <a:solidFill>
            <a:srgbClr val="F8FAF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783736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70144" y="1808433"/>
            <a:ext cx="881646" cy="680992"/>
          </a:xfrm>
          <a:prstGeom prst="rect">
            <a:avLst/>
          </a:prstGeom>
          <a:solidFill>
            <a:srgbClr val="F5F8F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70144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56552" y="1808433"/>
            <a:ext cx="881646" cy="680992"/>
          </a:xfrm>
          <a:prstGeom prst="rect">
            <a:avLst/>
          </a:prstGeom>
          <a:solidFill>
            <a:srgbClr val="CAD8E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56552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2960" y="1808433"/>
            <a:ext cx="881646" cy="680992"/>
          </a:xfrm>
          <a:prstGeom prst="rect">
            <a:avLst/>
          </a:prstGeom>
          <a:solidFill>
            <a:srgbClr val="7497B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442960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9368" y="1808433"/>
            <a:ext cx="881646" cy="680992"/>
          </a:xfrm>
          <a:prstGeom prst="rect">
            <a:avLst/>
          </a:prstGeom>
          <a:solidFill>
            <a:srgbClr val="49779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29368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76%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15776" y="1808433"/>
            <a:ext cx="881646" cy="680992"/>
          </a:xfrm>
          <a:prstGeom prst="rect">
            <a:avLst/>
          </a:prstGeom>
          <a:solidFill>
            <a:srgbClr val="275E8E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15776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02184" y="1808433"/>
            <a:ext cx="881646" cy="680992"/>
          </a:xfrm>
          <a:prstGeom prst="rect">
            <a:avLst/>
          </a:prstGeom>
          <a:solidFill>
            <a:srgbClr val="225A8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02184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8592" y="1808433"/>
            <a:ext cx="881646" cy="680992"/>
          </a:xfrm>
          <a:prstGeom prst="rect">
            <a:avLst/>
          </a:prstGeom>
          <a:solidFill>
            <a:srgbClr val="3A6C9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988592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000" y="1808433"/>
            <a:ext cx="881646" cy="680992"/>
          </a:xfrm>
          <a:prstGeom prst="rect">
            <a:avLst/>
          </a:prstGeom>
          <a:solidFill>
            <a:srgbClr val="6A90B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75000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62%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61408" y="1808433"/>
            <a:ext cx="881646" cy="680992"/>
          </a:xfrm>
          <a:prstGeom prst="rect">
            <a:avLst/>
          </a:prstGeom>
          <a:solidFill>
            <a:srgbClr val="9FB7C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61408" y="180843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0920" y="2494188"/>
            <a:ext cx="881646" cy="680992"/>
          </a:xfrm>
          <a:prstGeom prst="rect">
            <a:avLst/>
          </a:prstGeom>
          <a:solidFill>
            <a:srgbClr val="E9EFF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10920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97328" y="2494188"/>
            <a:ext cx="881646" cy="680992"/>
          </a:xfrm>
          <a:prstGeom prst="rect">
            <a:avLst/>
          </a:prstGeom>
          <a:solidFill>
            <a:srgbClr val="F1F4F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897328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83736" y="2494188"/>
            <a:ext cx="881646" cy="680992"/>
          </a:xfrm>
          <a:prstGeom prst="rect">
            <a:avLst/>
          </a:prstGeom>
          <a:solidFill>
            <a:srgbClr val="F5F8F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783736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70144" y="2494188"/>
            <a:ext cx="881646" cy="680992"/>
          </a:xfrm>
          <a:prstGeom prst="rect">
            <a:avLst/>
          </a:prstGeom>
          <a:solidFill>
            <a:srgbClr val="F3F6F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670144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56552" y="2494188"/>
            <a:ext cx="881646" cy="680992"/>
          </a:xfrm>
          <a:prstGeom prst="rect">
            <a:avLst/>
          </a:prstGeom>
          <a:solidFill>
            <a:srgbClr val="C5D4E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56552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2960" y="2494188"/>
            <a:ext cx="881646" cy="680992"/>
          </a:xfrm>
          <a:prstGeom prst="rect">
            <a:avLst/>
          </a:prstGeom>
          <a:solidFill>
            <a:srgbClr val="6F94B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442960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29368" y="2494188"/>
            <a:ext cx="881646" cy="680992"/>
          </a:xfrm>
          <a:prstGeom prst="rect">
            <a:avLst/>
          </a:prstGeom>
          <a:solidFill>
            <a:srgbClr val="3F709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29368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15776" y="2494188"/>
            <a:ext cx="881646" cy="680992"/>
          </a:xfrm>
          <a:prstGeom prst="rect">
            <a:avLst/>
          </a:prstGeom>
          <a:solidFill>
            <a:srgbClr val="1D5789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15776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02184" y="2494188"/>
            <a:ext cx="881646" cy="680992"/>
          </a:xfrm>
          <a:prstGeom prst="rect">
            <a:avLst/>
          </a:prstGeom>
          <a:solidFill>
            <a:srgbClr val="19538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02184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92" y="2494188"/>
            <a:ext cx="881646" cy="680992"/>
          </a:xfrm>
          <a:prstGeom prst="rect">
            <a:avLst/>
          </a:prstGeom>
          <a:solidFill>
            <a:srgbClr val="31659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988592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75000" y="2494188"/>
            <a:ext cx="881646" cy="680992"/>
          </a:xfrm>
          <a:prstGeom prst="rect">
            <a:avLst/>
          </a:prstGeom>
          <a:solidFill>
            <a:srgbClr val="6189AC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75000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66%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61408" y="2494188"/>
            <a:ext cx="881646" cy="680992"/>
          </a:xfrm>
          <a:prstGeom prst="rect">
            <a:avLst/>
          </a:prstGeom>
          <a:solidFill>
            <a:srgbClr val="93AEC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61408" y="2494188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10920" y="3179943"/>
            <a:ext cx="881646" cy="680992"/>
          </a:xfrm>
          <a:prstGeom prst="rect">
            <a:avLst/>
          </a:prstGeom>
          <a:solidFill>
            <a:srgbClr val="E7EDF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10920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97328" y="3179943"/>
            <a:ext cx="881646" cy="680992"/>
          </a:xfrm>
          <a:prstGeom prst="rect">
            <a:avLst/>
          </a:prstGeom>
          <a:solidFill>
            <a:srgbClr val="F1F4F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897328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83736" y="3179943"/>
            <a:ext cx="881646" cy="680992"/>
          </a:xfrm>
          <a:prstGeom prst="rect">
            <a:avLst/>
          </a:prstGeom>
          <a:solidFill>
            <a:srgbClr val="F5F8F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783736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70144" y="3179943"/>
            <a:ext cx="881646" cy="680992"/>
          </a:xfrm>
          <a:prstGeom prst="rect">
            <a:avLst/>
          </a:prstGeom>
          <a:solidFill>
            <a:srgbClr val="F5F8F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670144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56552" y="3179943"/>
            <a:ext cx="881646" cy="680992"/>
          </a:xfrm>
          <a:prstGeom prst="rect">
            <a:avLst/>
          </a:prstGeom>
          <a:solidFill>
            <a:srgbClr val="C1D0DE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556552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42960" y="3179943"/>
            <a:ext cx="881646" cy="680992"/>
          </a:xfrm>
          <a:prstGeom prst="rect">
            <a:avLst/>
          </a:prstGeom>
          <a:solidFill>
            <a:srgbClr val="6A90B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442960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62%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29368" y="3179943"/>
            <a:ext cx="881646" cy="680992"/>
          </a:xfrm>
          <a:prstGeom prst="rect">
            <a:avLst/>
          </a:prstGeom>
          <a:solidFill>
            <a:srgbClr val="3A6C9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29368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82%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15776" y="3179943"/>
            <a:ext cx="881646" cy="680992"/>
          </a:xfrm>
          <a:prstGeom prst="rect">
            <a:avLst/>
          </a:prstGeom>
          <a:solidFill>
            <a:srgbClr val="1B558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15776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02184" y="3179943"/>
            <a:ext cx="881646" cy="680992"/>
          </a:xfrm>
          <a:prstGeom prst="rect">
            <a:avLst/>
          </a:prstGeom>
          <a:solidFill>
            <a:srgbClr val="16518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02184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97%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92" y="3179943"/>
            <a:ext cx="881646" cy="680992"/>
          </a:xfrm>
          <a:prstGeom prst="rect">
            <a:avLst/>
          </a:prstGeom>
          <a:solidFill>
            <a:srgbClr val="2C619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988592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88%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875000" y="3179943"/>
            <a:ext cx="881646" cy="680992"/>
          </a:xfrm>
          <a:prstGeom prst="rect">
            <a:avLst/>
          </a:prstGeom>
          <a:solidFill>
            <a:srgbClr val="5782A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75000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61408" y="3179943"/>
            <a:ext cx="881646" cy="680992"/>
          </a:xfrm>
          <a:prstGeom prst="rect">
            <a:avLst/>
          </a:prstGeom>
          <a:solidFill>
            <a:srgbClr val="8CA9C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61408" y="3179943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48%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0920" y="3865697"/>
            <a:ext cx="881646" cy="680992"/>
          </a:xfrm>
          <a:prstGeom prst="rect">
            <a:avLst/>
          </a:prstGeom>
          <a:solidFill>
            <a:srgbClr val="DDE6E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10920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14%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97328" y="3865697"/>
            <a:ext cx="881646" cy="680992"/>
          </a:xfrm>
          <a:prstGeom prst="rect">
            <a:avLst/>
          </a:prstGeom>
          <a:solidFill>
            <a:srgbClr val="E7EDF2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897328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83736" y="3865697"/>
            <a:ext cx="881646" cy="680992"/>
          </a:xfrm>
          <a:prstGeom prst="rect">
            <a:avLst/>
          </a:prstGeom>
          <a:solidFill>
            <a:srgbClr val="F1F4F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783736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70144" y="3865697"/>
            <a:ext cx="881646" cy="680992"/>
          </a:xfrm>
          <a:prstGeom prst="rect">
            <a:avLst/>
          </a:prstGeom>
          <a:solidFill>
            <a:srgbClr val="F1F4F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670144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56552" y="3865697"/>
            <a:ext cx="881646" cy="680992"/>
          </a:xfrm>
          <a:prstGeom prst="rect">
            <a:avLst/>
          </a:prstGeom>
          <a:solidFill>
            <a:srgbClr val="BCCDDC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556552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28%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42960" y="3865697"/>
            <a:ext cx="881646" cy="680992"/>
          </a:xfrm>
          <a:prstGeom prst="rect">
            <a:avLst/>
          </a:prstGeom>
          <a:solidFill>
            <a:srgbClr val="7497B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442960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58%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29368" y="3865697"/>
            <a:ext cx="881646" cy="680992"/>
          </a:xfrm>
          <a:prstGeom prst="rect">
            <a:avLst/>
          </a:prstGeom>
          <a:solidFill>
            <a:srgbClr val="4473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29368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78%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15776" y="3865697"/>
            <a:ext cx="881646" cy="680992"/>
          </a:xfrm>
          <a:prstGeom prst="rect">
            <a:avLst/>
          </a:prstGeom>
          <a:solidFill>
            <a:srgbClr val="2C619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15776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88%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02184" y="3865697"/>
            <a:ext cx="881646" cy="680992"/>
          </a:xfrm>
          <a:prstGeom prst="rect">
            <a:avLst/>
          </a:prstGeom>
          <a:solidFill>
            <a:srgbClr val="35699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02184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84%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88592" y="3865697"/>
            <a:ext cx="881646" cy="680992"/>
          </a:xfrm>
          <a:prstGeom prst="rect">
            <a:avLst/>
          </a:prstGeom>
          <a:solidFill>
            <a:srgbClr val="3F709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8988592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875000" y="3865697"/>
            <a:ext cx="881646" cy="680992"/>
          </a:xfrm>
          <a:prstGeom prst="rect">
            <a:avLst/>
          </a:prstGeom>
          <a:solidFill>
            <a:srgbClr val="527EA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75000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72%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761408" y="3865697"/>
            <a:ext cx="881646" cy="680992"/>
          </a:xfrm>
          <a:prstGeom prst="rect">
            <a:avLst/>
          </a:prstGeom>
          <a:solidFill>
            <a:srgbClr val="6A90B1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61408" y="386569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62%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10920" y="4551452"/>
            <a:ext cx="881646" cy="680992"/>
          </a:xfrm>
          <a:prstGeom prst="rect">
            <a:avLst/>
          </a:prstGeom>
          <a:solidFill>
            <a:srgbClr val="CAD8E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10920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22%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97328" y="4551452"/>
            <a:ext cx="881646" cy="680992"/>
          </a:xfrm>
          <a:prstGeom prst="rect">
            <a:avLst/>
          </a:prstGeom>
          <a:solidFill>
            <a:srgbClr val="D4DFE8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897328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783736" y="4551452"/>
            <a:ext cx="881646" cy="680992"/>
          </a:xfrm>
          <a:prstGeom prst="rect">
            <a:avLst/>
          </a:prstGeom>
          <a:solidFill>
            <a:srgbClr val="E2EAF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783736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12%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70144" y="4551452"/>
            <a:ext cx="881646" cy="680992"/>
          </a:xfrm>
          <a:prstGeom prst="rect">
            <a:avLst/>
          </a:prstGeom>
          <a:solidFill>
            <a:srgbClr val="ECF1F5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670144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8%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56552" y="4551452"/>
            <a:ext cx="881646" cy="680992"/>
          </a:xfrm>
          <a:prstGeom prst="rect">
            <a:avLst/>
          </a:prstGeom>
          <a:solidFill>
            <a:srgbClr val="D9E2E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556552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16%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42960" y="4551452"/>
            <a:ext cx="881646" cy="680992"/>
          </a:xfrm>
          <a:prstGeom prst="rect">
            <a:avLst/>
          </a:prstGeom>
          <a:solidFill>
            <a:srgbClr val="B2C6D7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442960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32%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29368" y="4551452"/>
            <a:ext cx="881646" cy="680992"/>
          </a:xfrm>
          <a:prstGeom prst="rect">
            <a:avLst/>
          </a:prstGeom>
          <a:solidFill>
            <a:srgbClr val="87A6C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29368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215776" y="4551452"/>
            <a:ext cx="881646" cy="680992"/>
          </a:xfrm>
          <a:prstGeom prst="rect">
            <a:avLst/>
          </a:prstGeom>
          <a:solidFill>
            <a:srgbClr val="7497B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15776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02184" y="4551452"/>
            <a:ext cx="881646" cy="680992"/>
          </a:xfrm>
          <a:prstGeom prst="rect">
            <a:avLst/>
          </a:prstGeom>
          <a:solidFill>
            <a:srgbClr val="658CAE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02184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64%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988592" y="4551452"/>
            <a:ext cx="881646" cy="680992"/>
          </a:xfrm>
          <a:prstGeom prst="rect">
            <a:avLst/>
          </a:prstGeom>
          <a:solidFill>
            <a:srgbClr val="527EA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8988592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72%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75000" y="4551452"/>
            <a:ext cx="881646" cy="680992"/>
          </a:xfrm>
          <a:prstGeom prst="rect">
            <a:avLst/>
          </a:prstGeom>
          <a:solidFill>
            <a:srgbClr val="3F709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75000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80%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761408" y="4551452"/>
            <a:ext cx="881646" cy="680992"/>
          </a:xfrm>
          <a:prstGeom prst="rect">
            <a:avLst/>
          </a:prstGeom>
          <a:solidFill>
            <a:srgbClr val="44739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61408" y="4551452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Public Sans"/>
              </a:rPr>
              <a:t>78%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10920" y="5237207"/>
            <a:ext cx="881646" cy="680992"/>
          </a:xfrm>
          <a:prstGeom prst="rect">
            <a:avLst/>
          </a:prstGeom>
          <a:solidFill>
            <a:srgbClr val="C3D2E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10920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25%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897328" y="5237207"/>
            <a:ext cx="881646" cy="680992"/>
          </a:xfrm>
          <a:prstGeom prst="rect">
            <a:avLst/>
          </a:prstGeom>
          <a:solidFill>
            <a:srgbClr val="CFDBE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897328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3736" y="5237207"/>
            <a:ext cx="881646" cy="680992"/>
          </a:xfrm>
          <a:prstGeom prst="rect">
            <a:avLst/>
          </a:prstGeom>
          <a:solidFill>
            <a:srgbClr val="DDE6E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783736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14%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670144" y="5237207"/>
            <a:ext cx="881646" cy="680992"/>
          </a:xfrm>
          <a:prstGeom prst="rect">
            <a:avLst/>
          </a:prstGeom>
          <a:solidFill>
            <a:srgbClr val="E9EFF4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670144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9%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556552" y="5237207"/>
            <a:ext cx="881646" cy="680992"/>
          </a:xfrm>
          <a:prstGeom prst="rect">
            <a:avLst/>
          </a:prstGeom>
          <a:solidFill>
            <a:srgbClr val="DDE6ED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556552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14%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42960" y="5237207"/>
            <a:ext cx="881646" cy="680992"/>
          </a:xfrm>
          <a:prstGeom prst="rect">
            <a:avLst/>
          </a:prstGeom>
          <a:solidFill>
            <a:srgbClr val="BCCDDC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442960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28%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29368" y="5237207"/>
            <a:ext cx="881646" cy="680992"/>
          </a:xfrm>
          <a:prstGeom prst="rect">
            <a:avLst/>
          </a:prstGeom>
          <a:solidFill>
            <a:srgbClr val="9AB4CA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29368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42%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215776" y="5237207"/>
            <a:ext cx="881646" cy="680992"/>
          </a:xfrm>
          <a:prstGeom prst="rect">
            <a:avLst/>
          </a:prstGeom>
          <a:solidFill>
            <a:srgbClr val="87A6C0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15776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02184" y="5237207"/>
            <a:ext cx="881646" cy="680992"/>
          </a:xfrm>
          <a:prstGeom prst="rect">
            <a:avLst/>
          </a:prstGeom>
          <a:solidFill>
            <a:srgbClr val="7D9EBB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02184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54%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988592" y="5237207"/>
            <a:ext cx="881646" cy="680992"/>
          </a:xfrm>
          <a:prstGeom prst="rect">
            <a:avLst/>
          </a:prstGeom>
          <a:solidFill>
            <a:srgbClr val="6F94B3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8988592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875000" y="5237207"/>
            <a:ext cx="881646" cy="680992"/>
          </a:xfrm>
          <a:prstGeom prst="rect">
            <a:avLst/>
          </a:prstGeom>
          <a:solidFill>
            <a:srgbClr val="6189AC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75000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66%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761408" y="5237207"/>
            <a:ext cx="881646" cy="680992"/>
          </a:xfrm>
          <a:prstGeom prst="rect">
            <a:avLst/>
          </a:prstGeom>
          <a:solidFill>
            <a:srgbClr val="7497B6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61408" y="5237207"/>
            <a:ext cx="881646" cy="680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01828"/>
                </a:solidFill>
                <a:latin typeface="Public Sans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9153855" y="5971540"/>
            <a:ext cx="103717" cy="977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9257571" y="5971540"/>
            <a:ext cx="103717" cy="9779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361288" y="5971540"/>
            <a:ext cx="103717" cy="97790"/>
          </a:xfrm>
          <a:prstGeom prst="rect">
            <a:avLst/>
          </a:prstGeom>
          <a:solidFill>
            <a:srgbClr val="EA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465005" y="5971540"/>
            <a:ext cx="103717" cy="97790"/>
          </a:xfrm>
          <a:prstGeom prst="rect">
            <a:avLst/>
          </a:prstGeom>
          <a:solidFill>
            <a:srgbClr val="E0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568721" y="5971540"/>
            <a:ext cx="103717" cy="97790"/>
          </a:xfrm>
          <a:prstGeom prst="rect">
            <a:avLst/>
          </a:prstGeom>
          <a:solidFill>
            <a:srgbClr val="D5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672438" y="5971540"/>
            <a:ext cx="103717" cy="97790"/>
          </a:xfrm>
          <a:prstGeom prst="rect">
            <a:avLst/>
          </a:prstGeom>
          <a:solidFill>
            <a:srgbClr val="CB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776155" y="5971540"/>
            <a:ext cx="103717" cy="97790"/>
          </a:xfrm>
          <a:prstGeom prst="rect">
            <a:avLst/>
          </a:prstGeom>
          <a:solidFill>
            <a:srgbClr val="C0D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879871" y="5971540"/>
            <a:ext cx="103717" cy="97790"/>
          </a:xfrm>
          <a:prstGeom prst="rect">
            <a:avLst/>
          </a:prstGeom>
          <a:solidFill>
            <a:srgbClr val="B6C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983588" y="5971540"/>
            <a:ext cx="103717" cy="97790"/>
          </a:xfrm>
          <a:prstGeom prst="rect">
            <a:avLst/>
          </a:prstGeom>
          <a:solidFill>
            <a:srgbClr val="ACC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10087305" y="5971540"/>
            <a:ext cx="103717" cy="97790"/>
          </a:xfrm>
          <a:prstGeom prst="rect">
            <a:avLst/>
          </a:prstGeom>
          <a:solidFill>
            <a:srgbClr val="A1B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10191021" y="5971540"/>
            <a:ext cx="103717" cy="97790"/>
          </a:xfrm>
          <a:prstGeom prst="rect">
            <a:avLst/>
          </a:prstGeom>
          <a:solidFill>
            <a:srgbClr val="97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294738" y="5971540"/>
            <a:ext cx="103717" cy="97790"/>
          </a:xfrm>
          <a:prstGeom prst="rect">
            <a:avLst/>
          </a:prstGeom>
          <a:solidFill>
            <a:srgbClr val="8CA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398455" y="5971540"/>
            <a:ext cx="103717" cy="97790"/>
          </a:xfrm>
          <a:prstGeom prst="rect">
            <a:avLst/>
          </a:prstGeom>
          <a:solidFill>
            <a:srgbClr val="82A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502171" y="5971540"/>
            <a:ext cx="103717" cy="97790"/>
          </a:xfrm>
          <a:prstGeom prst="rect">
            <a:avLst/>
          </a:prstGeom>
          <a:solidFill>
            <a:srgbClr val="77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605888" y="5971540"/>
            <a:ext cx="103717" cy="97790"/>
          </a:xfrm>
          <a:prstGeom prst="rect">
            <a:avLst/>
          </a:prstGeom>
          <a:solidFill>
            <a:srgbClr val="6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709605" y="5971540"/>
            <a:ext cx="103717" cy="97790"/>
          </a:xfrm>
          <a:prstGeom prst="rect">
            <a:avLst/>
          </a:prstGeom>
          <a:solidFill>
            <a:srgbClr val="62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813321" y="5971540"/>
            <a:ext cx="103717" cy="97790"/>
          </a:xfrm>
          <a:prstGeom prst="rect">
            <a:avLst/>
          </a:prstGeom>
          <a:solidFill>
            <a:srgbClr val="588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917038" y="5971540"/>
            <a:ext cx="103717" cy="97790"/>
          </a:xfrm>
          <a:prstGeom prst="rect">
            <a:avLst/>
          </a:prstGeom>
          <a:solidFill>
            <a:srgbClr val="4E7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1020755" y="5971540"/>
            <a:ext cx="103717" cy="97790"/>
          </a:xfrm>
          <a:prstGeom prst="rect">
            <a:avLst/>
          </a:prstGeom>
          <a:solidFill>
            <a:srgbClr val="437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124471" y="5971540"/>
            <a:ext cx="103717" cy="97790"/>
          </a:xfrm>
          <a:prstGeom prst="rect">
            <a:avLst/>
          </a:prstGeom>
          <a:solidFill>
            <a:srgbClr val="396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228188" y="5971540"/>
            <a:ext cx="103717" cy="97790"/>
          </a:xfrm>
          <a:prstGeom prst="rect">
            <a:avLst/>
          </a:prstGeom>
          <a:solidFill>
            <a:srgbClr val="2E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331905" y="5971540"/>
            <a:ext cx="103717" cy="97790"/>
          </a:xfrm>
          <a:prstGeom prst="rect">
            <a:avLst/>
          </a:prstGeom>
          <a:solidFill>
            <a:srgbClr val="24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435621" y="5971540"/>
            <a:ext cx="103717" cy="97790"/>
          </a:xfrm>
          <a:prstGeom prst="rect">
            <a:avLst/>
          </a:prstGeom>
          <a:solidFill>
            <a:srgbClr val="19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39338" y="5971540"/>
            <a:ext cx="103717" cy="9779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9153855" y="6096000"/>
            <a:ext cx="1244600" cy="142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475467"/>
                </a:solidFill>
                <a:latin typeface="Public Sans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398455" y="6096000"/>
            <a:ext cx="1244600" cy="142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475467"/>
                </a:solidFill>
                <a:latin typeface="Public Sans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