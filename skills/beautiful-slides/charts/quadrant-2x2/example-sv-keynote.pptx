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anrope"/>
              </a:rPr>
              <a:t>Effort vs. impact prioritization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48247" y="1672513"/>
            <a:ext cx="0" cy="4012261"/>
          </a:xfrm>
          <a:prstGeom prst="line">
            <a:avLst/>
          </a:prstGeom>
          <a:ln w="190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74826" y="3678643"/>
            <a:ext cx="9946843" cy="0"/>
          </a:xfrm>
          <a:prstGeom prst="line">
            <a:avLst/>
          </a:prstGeom>
          <a:ln w="190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74826" y="1672513"/>
            <a:ext cx="9946843" cy="0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21669" y="1672513"/>
            <a:ext cx="0" cy="4012261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74826" y="5684774"/>
            <a:ext cx="9946843" cy="0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74826" y="1672513"/>
            <a:ext cx="0" cy="4012261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35316" y="1833003"/>
            <a:ext cx="46524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Manrope"/>
              </a:rPr>
              <a:t>Rethink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8737" y="1833003"/>
            <a:ext cx="46524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Manrope"/>
              </a:rPr>
              <a:t>Big bets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8737" y="3839133"/>
            <a:ext cx="46524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Manrope"/>
              </a:rPr>
              <a:t>Fill-ins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316" y="3839133"/>
            <a:ext cx="465244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Manrope"/>
              </a:rPr>
              <a:t>Quick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4826" y="5786374"/>
            <a:ext cx="9946843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6" y="3373843"/>
            <a:ext cx="547193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4826" y="5711444"/>
            <a:ext cx="4973421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247" y="5711444"/>
            <a:ext cx="4973421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Manrope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226" y="5435855"/>
            <a:ext cx="54719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Manrope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226" y="1672513"/>
            <a:ext cx="54719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Manrope"/>
              </a:rPr>
              <a:t>High</a:t>
            </a:r>
          </a:p>
        </p:txBody>
      </p:sp>
      <p:sp>
        <p:nvSpPr>
          <p:cNvPr id="20" name="Oval 19"/>
          <p:cNvSpPr/>
          <p:nvPr/>
        </p:nvSpPr>
        <p:spPr>
          <a:xfrm>
            <a:off x="3200694" y="2210852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3094" y="2191802"/>
            <a:ext cx="838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Manrope"/>
              </a:rPr>
              <a:t>AI assistant</a:t>
            </a:r>
          </a:p>
        </p:txBody>
      </p:sp>
      <p:sp>
        <p:nvSpPr>
          <p:cNvPr id="22" name="Oval 21"/>
          <p:cNvSpPr/>
          <p:nvPr/>
        </p:nvSpPr>
        <p:spPr>
          <a:xfrm>
            <a:off x="8671458" y="2010239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68800" y="4618208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1200" y="4599158"/>
            <a:ext cx="838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Manrope"/>
              </a:rPr>
              <a:t>Logo refresh</a:t>
            </a:r>
          </a:p>
        </p:txBody>
      </p:sp>
      <p:sp>
        <p:nvSpPr>
          <p:cNvPr id="25" name="Oval 24"/>
          <p:cNvSpPr/>
          <p:nvPr/>
        </p:nvSpPr>
        <p:spPr>
          <a:xfrm>
            <a:off x="2703352" y="4818821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5752" y="4799771"/>
            <a:ext cx="838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Manrope"/>
              </a:rPr>
              <a:t>Email footer</a:t>
            </a:r>
          </a:p>
        </p:txBody>
      </p:sp>
      <p:sp>
        <p:nvSpPr>
          <p:cNvPr id="27" name="Oval 26"/>
          <p:cNvSpPr/>
          <p:nvPr/>
        </p:nvSpPr>
        <p:spPr>
          <a:xfrm>
            <a:off x="7179431" y="2812691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1831" y="2793641"/>
            <a:ext cx="4191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Manrope"/>
              </a:rPr>
              <a:t>API v2</a:t>
            </a:r>
          </a:p>
        </p:txBody>
      </p:sp>
      <p:sp>
        <p:nvSpPr>
          <p:cNvPr id="29" name="Oval 28"/>
          <p:cNvSpPr/>
          <p:nvPr/>
        </p:nvSpPr>
        <p:spPr>
          <a:xfrm>
            <a:off x="4692721" y="3815756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1896" y="3625256"/>
            <a:ext cx="6286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Manrope"/>
              </a:rPr>
              <a:t>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