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Team skill-will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48247" y="1672513"/>
            <a:ext cx="0" cy="4012261"/>
          </a:xfrm>
          <a:prstGeom prst="line">
            <a:avLst/>
          </a:prstGeom>
          <a:ln w="190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74826" y="3678643"/>
            <a:ext cx="9946843" cy="0"/>
          </a:xfrm>
          <a:prstGeom prst="line">
            <a:avLst/>
          </a:prstGeom>
          <a:ln w="190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74826" y="1672513"/>
            <a:ext cx="9946843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21669" y="1672513"/>
            <a:ext cx="0" cy="4012261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74826" y="5684774"/>
            <a:ext cx="9946843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74826" y="1672513"/>
            <a:ext cx="0" cy="4012261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35316" y="183300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Bricolage Grotesque"/>
              </a:rP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737" y="183300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Bricolage Grotesque"/>
              </a:rPr>
              <a:t>Delegate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8737" y="383913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Bricolage Grotesque"/>
              </a:rPr>
              <a:t>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316" y="383913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Bricolage Grotesque"/>
              </a:rPr>
              <a:t>Excite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4826" y="5786374"/>
            <a:ext cx="9946843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" y="3373843"/>
            <a:ext cx="547193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Will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4826" y="5711444"/>
            <a:ext cx="4973421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247" y="5711444"/>
            <a:ext cx="4973421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Plus Jakarta San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" y="5435855"/>
            <a:ext cx="5471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Plus Jakarta 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" y="1672513"/>
            <a:ext cx="5471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Plus Jakarta Sans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3698036" y="2411465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0436" y="2392415"/>
            <a:ext cx="3492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Alice</a:t>
            </a:r>
          </a:p>
        </p:txBody>
      </p:sp>
      <p:sp>
        <p:nvSpPr>
          <p:cNvPr id="22" name="Oval 21"/>
          <p:cNvSpPr/>
          <p:nvPr/>
        </p:nvSpPr>
        <p:spPr>
          <a:xfrm>
            <a:off x="8174116" y="2210852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6516" y="2191802"/>
            <a:ext cx="254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Bob</a:t>
            </a:r>
          </a:p>
        </p:txBody>
      </p:sp>
      <p:sp>
        <p:nvSpPr>
          <p:cNvPr id="24" name="Oval 23"/>
          <p:cNvSpPr/>
          <p:nvPr/>
        </p:nvSpPr>
        <p:spPr>
          <a:xfrm>
            <a:off x="9168800" y="4417595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1200" y="4398545"/>
            <a:ext cx="3492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Carol</a:t>
            </a:r>
          </a:p>
        </p:txBody>
      </p:sp>
      <p:sp>
        <p:nvSpPr>
          <p:cNvPr id="26" name="Oval 25"/>
          <p:cNvSpPr/>
          <p:nvPr/>
        </p:nvSpPr>
        <p:spPr>
          <a:xfrm>
            <a:off x="2703352" y="5019434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5752" y="5000384"/>
            <a:ext cx="279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Dave</a:t>
            </a:r>
          </a:p>
        </p:txBody>
      </p:sp>
      <p:sp>
        <p:nvSpPr>
          <p:cNvPr id="28" name="Oval 27"/>
          <p:cNvSpPr/>
          <p:nvPr/>
        </p:nvSpPr>
        <p:spPr>
          <a:xfrm>
            <a:off x="6682089" y="3213917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4489" y="3194867"/>
            <a:ext cx="254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Eve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