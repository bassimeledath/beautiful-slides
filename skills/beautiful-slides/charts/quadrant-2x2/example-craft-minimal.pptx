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2201C"/>
                </a:solidFill>
                <a:latin typeface="Instrument Serif"/>
              </a:rPr>
              <a:t>Effort vs. impact prioritization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29197" y="1565833"/>
            <a:ext cx="0" cy="4182441"/>
          </a:xfrm>
          <a:prstGeom prst="line">
            <a:avLst/>
          </a:prstGeom>
          <a:ln w="190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98626" y="3657053"/>
            <a:ext cx="10061143" cy="0"/>
          </a:xfrm>
          <a:prstGeom prst="line">
            <a:avLst/>
          </a:prstGeom>
          <a:ln w="190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98626" y="1565833"/>
            <a:ext cx="10061143" cy="0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59769" y="1565833"/>
            <a:ext cx="0" cy="4182441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98626" y="5748274"/>
            <a:ext cx="10061143" cy="0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98626" y="1565833"/>
            <a:ext cx="0" cy="4182441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65923" y="1733130"/>
            <a:ext cx="469597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erif"/>
              </a:rPr>
              <a:t>Rethink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6494" y="1733130"/>
            <a:ext cx="469597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erif"/>
              </a:rPr>
              <a:t>Big bets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6494" y="3824350"/>
            <a:ext cx="469597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erif"/>
              </a:rPr>
              <a:t>Fill-ins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5923" y="3824350"/>
            <a:ext cx="469597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erif"/>
              </a:rPr>
              <a:t>Quick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8626" y="5837174"/>
            <a:ext cx="10061143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ans"/>
              </a:rPr>
              <a:t>Effort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26" y="3390353"/>
            <a:ext cx="47099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ans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8626" y="5771134"/>
            <a:ext cx="5030571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9197" y="5771134"/>
            <a:ext cx="5030571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226" y="5534914"/>
            <a:ext cx="470993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226" y="1565833"/>
            <a:ext cx="470993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High</a:t>
            </a:r>
          </a:p>
        </p:txBody>
      </p:sp>
      <p:sp>
        <p:nvSpPr>
          <p:cNvPr id="20" name="Oval 19"/>
          <p:cNvSpPr/>
          <p:nvPr/>
        </p:nvSpPr>
        <p:spPr>
          <a:xfrm>
            <a:off x="3147354" y="2129699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9754" y="2118904"/>
            <a:ext cx="75438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AI assistant</a:t>
            </a:r>
          </a:p>
        </p:txBody>
      </p:sp>
      <p:sp>
        <p:nvSpPr>
          <p:cNvPr id="22" name="Oval 21"/>
          <p:cNvSpPr/>
          <p:nvPr/>
        </p:nvSpPr>
        <p:spPr>
          <a:xfrm>
            <a:off x="8680983" y="1920577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1563" y="2072977"/>
            <a:ext cx="100584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Platform rebuild</a:t>
            </a:r>
          </a:p>
        </p:txBody>
      </p:sp>
      <p:sp>
        <p:nvSpPr>
          <p:cNvPr id="24" name="Oval 23"/>
          <p:cNvSpPr/>
          <p:nvPr/>
        </p:nvSpPr>
        <p:spPr>
          <a:xfrm>
            <a:off x="9184040" y="4639163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440" y="4628368"/>
            <a:ext cx="75438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Logo refresh</a:t>
            </a:r>
          </a:p>
        </p:txBody>
      </p:sp>
      <p:sp>
        <p:nvSpPr>
          <p:cNvPr id="26" name="Oval 25"/>
          <p:cNvSpPr/>
          <p:nvPr/>
        </p:nvSpPr>
        <p:spPr>
          <a:xfrm>
            <a:off x="2644297" y="4848285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96697" y="4837490"/>
            <a:ext cx="75438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Email footer</a:t>
            </a:r>
          </a:p>
        </p:txBody>
      </p:sp>
      <p:sp>
        <p:nvSpPr>
          <p:cNvPr id="28" name="Oval 27"/>
          <p:cNvSpPr/>
          <p:nvPr/>
        </p:nvSpPr>
        <p:spPr>
          <a:xfrm>
            <a:off x="7171811" y="2757065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4211" y="2746270"/>
            <a:ext cx="37719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API v2</a:t>
            </a:r>
          </a:p>
        </p:txBody>
      </p:sp>
      <p:sp>
        <p:nvSpPr>
          <p:cNvPr id="30" name="Oval 29"/>
          <p:cNvSpPr/>
          <p:nvPr/>
        </p:nvSpPr>
        <p:spPr>
          <a:xfrm>
            <a:off x="4656526" y="3802675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7133" y="3628685"/>
            <a:ext cx="565785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