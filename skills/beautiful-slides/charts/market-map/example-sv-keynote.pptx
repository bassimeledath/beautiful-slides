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anrope"/>
              </a:rPr>
              <a:t>Modern data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305306"/>
            <a:ext cx="10861243" cy="3048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Recommended tooling by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5226" y="1672513"/>
            <a:ext cx="2050328" cy="447040"/>
          </a:xfrm>
          <a:prstGeom prst="round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226" y="1672513"/>
            <a:ext cx="2050328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Ingestion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5226" y="2119553"/>
            <a:ext cx="2050328" cy="4073221"/>
          </a:xfrm>
          <a:prstGeom prst="rect">
            <a:avLst/>
          </a:prstGeom>
          <a:solidFill>
            <a:srgbClr val="E4F9FE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6026" y="217035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026" y="217035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Fivetran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026" y="263517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026" y="263517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Airbyte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026" y="309999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026" y="309999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Stitch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6026" y="356481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026" y="356481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Meltano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7954" y="1672513"/>
            <a:ext cx="2050328" cy="447040"/>
          </a:xfrm>
          <a:prstGeom prst="roundRect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7954" y="1672513"/>
            <a:ext cx="2050328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7954" y="2119553"/>
            <a:ext cx="2050328" cy="4073221"/>
          </a:xfrm>
          <a:prstGeom prst="rect">
            <a:avLst/>
          </a:prstGeom>
          <a:solidFill>
            <a:srgbClr val="E3F5ED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18754" y="217035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8754" y="217035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18754" y="263517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8754" y="263517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BigQuery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18754" y="309999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18754" y="309999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Redshift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18754" y="356481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18754" y="356481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Databricks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0683" y="1672513"/>
            <a:ext cx="2050328" cy="447040"/>
          </a:xfrm>
          <a:prstGeom prst="round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0683" y="1672513"/>
            <a:ext cx="2050328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Transform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0683" y="2119553"/>
            <a:ext cx="2050328" cy="4073221"/>
          </a:xfrm>
          <a:prstGeom prst="rect">
            <a:avLst/>
          </a:prstGeom>
          <a:solidFill>
            <a:srgbClr val="E4F9FE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1483" y="217035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1483" y="217035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dbt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1483" y="263517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1483" y="263517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Spark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1483" y="309999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1483" y="309999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Dataform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3411" y="1672513"/>
            <a:ext cx="2050328" cy="447040"/>
          </a:xfrm>
          <a:prstGeom prst="roundRect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3411" y="1672513"/>
            <a:ext cx="2050328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Visualization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3411" y="2119553"/>
            <a:ext cx="2050328" cy="4073221"/>
          </a:xfrm>
          <a:prstGeom prst="rect">
            <a:avLst/>
          </a:prstGeom>
          <a:solidFill>
            <a:srgbClr val="E3F5ED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24211" y="217035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24211" y="217035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Looker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24211" y="263517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211" y="263517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Tableau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211" y="309999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24211" y="309999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Metabase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211" y="356481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24211" y="356481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Superset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76140" y="1672513"/>
            <a:ext cx="2050328" cy="447040"/>
          </a:xfrm>
          <a:prstGeom prst="round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6140" y="1672513"/>
            <a:ext cx="2050328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05070A"/>
                </a:solidFill>
                <a:latin typeface="Manrope"/>
              </a:rPr>
              <a:t>Orchestration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76140" y="2119553"/>
            <a:ext cx="2050328" cy="4073221"/>
          </a:xfrm>
          <a:prstGeom prst="rect">
            <a:avLst/>
          </a:prstGeom>
          <a:solidFill>
            <a:srgbClr val="E4F9FE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526940" y="217035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26940" y="217035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Airflow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26940" y="263517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26940" y="263517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Dagster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26940" y="3099993"/>
            <a:ext cx="1948728" cy="426720"/>
          </a:xfrm>
          <a:prstGeom prst="roundRect">
            <a:avLst/>
          </a:prstGeom>
          <a:solidFill>
            <a:srgbClr val="05070A"/>
          </a:solidFill>
          <a:ln w="9525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26940" y="3099993"/>
            <a:ext cx="1948728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Manrope"/>
              </a:rPr>
              <a:t>Prefect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