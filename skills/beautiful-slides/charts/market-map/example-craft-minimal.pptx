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22201C"/>
                </a:solidFill>
                <a:latin typeface="Instrument Serif"/>
              </a:rPr>
              <a:t>Modern data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236726"/>
            <a:ext cx="10861243" cy="26416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Recommended tooling by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5226" y="1563293"/>
            <a:ext cx="2050328" cy="391160"/>
          </a:xfrm>
          <a:prstGeom prst="roundRect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226" y="1563293"/>
            <a:ext cx="2050328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Ingestion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5226" y="1954453"/>
            <a:ext cx="2050328" cy="4238321"/>
          </a:xfrm>
          <a:prstGeom prst="rect">
            <a:avLst/>
          </a:prstGeom>
          <a:solidFill>
            <a:srgbClr val="EFF0ED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6026" y="200525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026" y="200525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Fivetran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026" y="240911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026" y="240911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Airbyte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026" y="281297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026" y="281297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Stitch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6026" y="321683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026" y="321683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Meltano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7954" y="1563293"/>
            <a:ext cx="2050328" cy="391160"/>
          </a:xfrm>
          <a:prstGeom prst="roundRect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7954" y="1563293"/>
            <a:ext cx="2050328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67954" y="1954453"/>
            <a:ext cx="2050328" cy="4238321"/>
          </a:xfrm>
          <a:prstGeom prst="rect">
            <a:avLst/>
          </a:prstGeom>
          <a:solidFill>
            <a:srgbClr val="F2EDE7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18754" y="200525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18754" y="200525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18754" y="240911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8754" y="240911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BigQuery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18754" y="281297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18754" y="281297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Redshift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18754" y="321683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18754" y="321683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Databricks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0683" y="1563293"/>
            <a:ext cx="2050328" cy="391160"/>
          </a:xfrm>
          <a:prstGeom prst="roundRect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0683" y="1563293"/>
            <a:ext cx="2050328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Transform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0683" y="1954453"/>
            <a:ext cx="2050328" cy="4238321"/>
          </a:xfrm>
          <a:prstGeom prst="rect">
            <a:avLst/>
          </a:prstGeom>
          <a:solidFill>
            <a:srgbClr val="EFF0ED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21483" y="200525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1483" y="200525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dbt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1483" y="240911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1483" y="240911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Spark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1483" y="281297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1483" y="281297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Dataform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3411" y="1563293"/>
            <a:ext cx="2050328" cy="391160"/>
          </a:xfrm>
          <a:prstGeom prst="roundRect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3411" y="1563293"/>
            <a:ext cx="2050328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Visualization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73411" y="1954453"/>
            <a:ext cx="2050328" cy="4238321"/>
          </a:xfrm>
          <a:prstGeom prst="rect">
            <a:avLst/>
          </a:prstGeom>
          <a:solidFill>
            <a:srgbClr val="F2EDE7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24211" y="200525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24211" y="200525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Looker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24211" y="240911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24211" y="240911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Tableau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211" y="281297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24211" y="281297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Metabase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24211" y="321683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24211" y="321683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Superset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76140" y="1563293"/>
            <a:ext cx="2050328" cy="391160"/>
          </a:xfrm>
          <a:prstGeom prst="roundRect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76140" y="1563293"/>
            <a:ext cx="2050328" cy="3911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1">
                <a:solidFill>
                  <a:srgbClr val="FCFBF8"/>
                </a:solidFill>
                <a:latin typeface="Instrument Serif"/>
              </a:rPr>
              <a:t>Orchestration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76140" y="1954453"/>
            <a:ext cx="2050328" cy="4238321"/>
          </a:xfrm>
          <a:prstGeom prst="rect">
            <a:avLst/>
          </a:prstGeom>
          <a:solidFill>
            <a:srgbClr val="EFF0ED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526940" y="200525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26940" y="200525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Airflow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26940" y="240911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26940" y="240911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Dagster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26940" y="2812973"/>
            <a:ext cx="1948728" cy="36576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26940" y="2812973"/>
            <a:ext cx="1948728" cy="36576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Prefect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