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1514"/>
                </a:solidFill>
                <a:latin typeface="Fraunces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236726"/>
            <a:ext cx="10861243" cy="2641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Enterprise SaaS market Q4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65226" y="1563293"/>
            <a:ext cx="2601010" cy="39116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226" y="1563293"/>
            <a:ext cx="2601010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665226" y="1954453"/>
            <a:ext cx="2601010" cy="4238321"/>
          </a:xfrm>
          <a:prstGeom prst="rect">
            <a:avLst/>
          </a:prstGeom>
          <a:solidFill>
            <a:srgbClr val="F1E6E7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6026" y="200525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026" y="200525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Salesforce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026" y="240911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026" y="240911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HubSpot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026" y="281297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026" y="281297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Zoho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026" y="321683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026" y="321683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Pipedrive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8636" y="1563293"/>
            <a:ext cx="2601010" cy="391160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8636" y="1563293"/>
            <a:ext cx="2601010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8636" y="1954453"/>
            <a:ext cx="2601010" cy="4238321"/>
          </a:xfrm>
          <a:prstGeom prst="rect">
            <a:avLst/>
          </a:prstGeom>
          <a:solidFill>
            <a:srgbClr val="F3EBE0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9436" y="200525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9436" y="200525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Tableau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9436" y="240911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9436" y="240911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Looker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9436" y="281297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69436" y="281297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Power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9436" y="321683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9436" y="321683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Metabase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047" y="1563293"/>
            <a:ext cx="2601010" cy="39116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047" y="1563293"/>
            <a:ext cx="2601010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DevOps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047" y="1954453"/>
            <a:ext cx="2601010" cy="4238321"/>
          </a:xfrm>
          <a:prstGeom prst="rect">
            <a:avLst/>
          </a:prstGeom>
          <a:solidFill>
            <a:srgbClr val="F1E6E7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2847" y="200525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2847" y="200525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2847" y="240911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2847" y="240911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GitLab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2847" y="281297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2847" y="281297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2847" y="321683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2847" y="321683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Linear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25458" y="1563293"/>
            <a:ext cx="2601010" cy="391160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5458" y="1563293"/>
            <a:ext cx="2601010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Communication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25458" y="1954453"/>
            <a:ext cx="2601010" cy="4238321"/>
          </a:xfrm>
          <a:prstGeom prst="rect">
            <a:avLst/>
          </a:prstGeom>
          <a:solidFill>
            <a:srgbClr val="F3EBE0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76258" y="200525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6258" y="200525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Slack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6258" y="240911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6258" y="240911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Teams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76258" y="281297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6258" y="281297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Discord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76258" y="3216833"/>
            <a:ext cx="2499410" cy="365760"/>
          </a:xfrm>
          <a:prstGeom prst="rect">
            <a:avLst/>
          </a:prstGeom>
          <a:solidFill>
            <a:srgbClr val="F6F1E8"/>
          </a:solidFill>
          <a:ln w="9525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6258" y="3216833"/>
            <a:ext cx="249941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Zoom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