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F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5226" y="665226"/>
            <a:ext cx="10861243" cy="64008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2800" b="1">
                <a:solidFill>
                  <a:srgbClr val="1B1B1F"/>
                </a:solidFill>
                <a:latin typeface="Bricolage Grotesque"/>
              </a:rPr>
              <a:t>Partner ecosystem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5226" y="1305306"/>
            <a:ext cx="3518814" cy="447040"/>
          </a:xfrm>
          <a:prstGeom prst="round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5226" y="1305306"/>
            <a:ext cx="3518814" cy="44704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600" b="1">
                <a:solidFill>
                  <a:srgbClr val="FFF4EB"/>
                </a:solidFill>
                <a:latin typeface="Bricolage Grotesque"/>
              </a:rPr>
              <a:t>Technology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665226" y="1752346"/>
            <a:ext cx="3518814" cy="4440428"/>
          </a:xfrm>
          <a:prstGeom prst="rect">
            <a:avLst/>
          </a:prstGeom>
          <a:solidFill>
            <a:srgbClr val="FFEFE0"/>
          </a:solidFill>
          <a:ln w="6350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6026" y="1803146"/>
            <a:ext cx="3417214" cy="426720"/>
          </a:xfrm>
          <a:prstGeom prst="roundRect">
            <a:avLst/>
          </a:prstGeom>
          <a:solidFill>
            <a:srgbClr val="FFF4EB"/>
          </a:solidFill>
          <a:ln w="9525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6026" y="1803146"/>
            <a:ext cx="3417214" cy="42672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AWS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6026" y="2267966"/>
            <a:ext cx="3417214" cy="426720"/>
          </a:xfrm>
          <a:prstGeom prst="roundRect">
            <a:avLst/>
          </a:prstGeom>
          <a:solidFill>
            <a:srgbClr val="FFF4EB"/>
          </a:solidFill>
          <a:ln w="9525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6026" y="2267966"/>
            <a:ext cx="3417214" cy="42672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Azure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6026" y="2732786"/>
            <a:ext cx="3417214" cy="426720"/>
          </a:xfrm>
          <a:prstGeom prst="roundRect">
            <a:avLst/>
          </a:prstGeom>
          <a:solidFill>
            <a:srgbClr val="FFF4EB"/>
          </a:solidFill>
          <a:ln w="9525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6026" y="2732786"/>
            <a:ext cx="3417214" cy="42672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GCP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6440" y="1305306"/>
            <a:ext cx="3518814" cy="447040"/>
          </a:xfrm>
          <a:prstGeom prst="roundRect">
            <a:avLst/>
          </a:prstGeom>
          <a:solidFill>
            <a:srgbClr val="0AB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36440" y="1305306"/>
            <a:ext cx="3518814" cy="44704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600" b="1">
                <a:solidFill>
                  <a:srgbClr val="FFF4EB"/>
                </a:solidFill>
                <a:latin typeface="Bricolage Grotesque"/>
              </a:rPr>
              <a:t>System integrators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6440" y="1752346"/>
            <a:ext cx="3518814" cy="4440428"/>
          </a:xfrm>
          <a:prstGeom prst="rect">
            <a:avLst/>
          </a:prstGeom>
          <a:solidFill>
            <a:srgbClr val="E1F5F3"/>
          </a:solidFill>
          <a:ln w="6350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87240" y="1803146"/>
            <a:ext cx="3417214" cy="426720"/>
          </a:xfrm>
          <a:prstGeom prst="roundRect">
            <a:avLst/>
          </a:prstGeom>
          <a:solidFill>
            <a:srgbClr val="FFF4EB"/>
          </a:solidFill>
          <a:ln w="9525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7240" y="1803146"/>
            <a:ext cx="3417214" cy="42672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Accenture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7240" y="2267966"/>
            <a:ext cx="3417214" cy="426720"/>
          </a:xfrm>
          <a:prstGeom prst="roundRect">
            <a:avLst/>
          </a:prstGeom>
          <a:solidFill>
            <a:srgbClr val="FFF4EB"/>
          </a:solidFill>
          <a:ln w="9525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7240" y="2267966"/>
            <a:ext cx="3417214" cy="42672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Deloitte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7240" y="2732786"/>
            <a:ext cx="3417214" cy="426720"/>
          </a:xfrm>
          <a:prstGeom prst="roundRect">
            <a:avLst/>
          </a:prstGeom>
          <a:solidFill>
            <a:srgbClr val="FFF4EB"/>
          </a:solidFill>
          <a:ln w="9525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7240" y="2732786"/>
            <a:ext cx="3417214" cy="42672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Cognizant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7240" y="3197606"/>
            <a:ext cx="3417214" cy="426720"/>
          </a:xfrm>
          <a:prstGeom prst="roundRect">
            <a:avLst/>
          </a:prstGeom>
          <a:solidFill>
            <a:srgbClr val="FFF4EB"/>
          </a:solidFill>
          <a:ln w="9525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7240" y="3197606"/>
            <a:ext cx="3417214" cy="42672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Wipro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7654" y="1305306"/>
            <a:ext cx="3518814" cy="447040"/>
          </a:xfrm>
          <a:prstGeom prst="round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07654" y="1305306"/>
            <a:ext cx="3518814" cy="44704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600" b="1">
                <a:solidFill>
                  <a:srgbClr val="FFF4EB"/>
                </a:solidFill>
                <a:latin typeface="Bricolage Grotesque"/>
              </a:rPr>
              <a:t>ISV partners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07654" y="1752346"/>
            <a:ext cx="3518814" cy="4440428"/>
          </a:xfrm>
          <a:prstGeom prst="rect">
            <a:avLst/>
          </a:prstGeom>
          <a:solidFill>
            <a:srgbClr val="FFEFE0"/>
          </a:solidFill>
          <a:ln w="6350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58454" y="1803146"/>
            <a:ext cx="3417214" cy="426720"/>
          </a:xfrm>
          <a:prstGeom prst="roundRect">
            <a:avLst/>
          </a:prstGeom>
          <a:solidFill>
            <a:srgbClr val="FFF4EB"/>
          </a:solidFill>
          <a:ln w="9525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58454" y="1803146"/>
            <a:ext cx="3417214" cy="42672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Snowflake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58454" y="2267966"/>
            <a:ext cx="3417214" cy="426720"/>
          </a:xfrm>
          <a:prstGeom prst="roundRect">
            <a:avLst/>
          </a:prstGeom>
          <a:solidFill>
            <a:srgbClr val="FFF4EB"/>
          </a:solidFill>
          <a:ln w="9525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58454" y="2267966"/>
            <a:ext cx="3417214" cy="42672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Databricks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58454" y="2732786"/>
            <a:ext cx="3417214" cy="426720"/>
          </a:xfrm>
          <a:prstGeom prst="roundRect">
            <a:avLst/>
          </a:prstGeom>
          <a:solidFill>
            <a:srgbClr val="FFF4EB"/>
          </a:solidFill>
          <a:ln w="9525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8454" y="2732786"/>
            <a:ext cx="3417214" cy="42672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Confluent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