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Website traffic flow</a:t>
            </a:r>
          </a:p>
        </p:txBody>
      </p:sp>
      <p:sp>
        <p:nvSpPr>
          <p:cNvPr id="3" name="Freeform 2"/>
          <p:cNvSpPr/>
          <p:nvPr/>
        </p:nvSpPr>
        <p:spPr>
          <a:xfrm>
            <a:off x="1436193" y="1131824"/>
            <a:ext cx="4215878" cy="1353385"/>
          </a:xfrm>
          <a:custGeom>
            <a:avLst/>
            <a:gdLst/>
            <a:ahLst/>
            <a:cxnLst/>
            <a:rect l="l" t="t" r="r" b="b"/>
            <a:pathLst>
              <a:path w="4215878" h="1353385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353385"/>
                </a:lnTo>
                <a:lnTo>
                  <a:pt x="3909156" y="1353385"/>
                </a:lnTo>
                <a:lnTo>
                  <a:pt x="3619726" y="1353385"/>
                </a:lnTo>
                <a:lnTo>
                  <a:pt x="3345118" y="1353385"/>
                </a:lnTo>
                <a:lnTo>
                  <a:pt x="3082860" y="1353385"/>
                </a:lnTo>
                <a:lnTo>
                  <a:pt x="2830484" y="1353385"/>
                </a:lnTo>
                <a:lnTo>
                  <a:pt x="2585518" y="1353385"/>
                </a:lnTo>
                <a:lnTo>
                  <a:pt x="2345493" y="1353385"/>
                </a:lnTo>
                <a:lnTo>
                  <a:pt x="2107939" y="1353385"/>
                </a:lnTo>
                <a:lnTo>
                  <a:pt x="1870384" y="1353385"/>
                </a:lnTo>
                <a:lnTo>
                  <a:pt x="1630359" y="1353385"/>
                </a:lnTo>
                <a:lnTo>
                  <a:pt x="1385393" y="1353385"/>
                </a:lnTo>
                <a:lnTo>
                  <a:pt x="1133017" y="1353385"/>
                </a:lnTo>
                <a:lnTo>
                  <a:pt x="870759" y="1353385"/>
                </a:lnTo>
                <a:lnTo>
                  <a:pt x="596151" y="1353385"/>
                </a:lnTo>
                <a:lnTo>
                  <a:pt x="306721" y="1353385"/>
                </a:lnTo>
                <a:lnTo>
                  <a:pt x="0" y="1353385"/>
                </a:lnTo>
                <a:close/>
              </a:path>
            </a:pathLst>
          </a:custGeom>
          <a:solidFill>
            <a:srgbClr val="638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436193" y="2485209"/>
            <a:ext cx="4215878" cy="2185403"/>
          </a:xfrm>
          <a:custGeom>
            <a:avLst/>
            <a:gdLst/>
            <a:ahLst/>
            <a:cxnLst/>
            <a:rect l="l" t="t" r="r" b="b"/>
            <a:pathLst>
              <a:path w="4215878" h="2185403">
                <a:moveTo>
                  <a:pt x="0" y="0"/>
                </a:moveTo>
                <a:lnTo>
                  <a:pt x="306721" y="16943"/>
                </a:lnTo>
                <a:lnTo>
                  <a:pt x="596151" y="64827"/>
                </a:lnTo>
                <a:lnTo>
                  <a:pt x="870759" y="139231"/>
                </a:lnTo>
                <a:lnTo>
                  <a:pt x="1133017" y="235736"/>
                </a:lnTo>
                <a:lnTo>
                  <a:pt x="1385393" y="349920"/>
                </a:lnTo>
                <a:lnTo>
                  <a:pt x="1630359" y="477365"/>
                </a:lnTo>
                <a:lnTo>
                  <a:pt x="1870384" y="613650"/>
                </a:lnTo>
                <a:lnTo>
                  <a:pt x="2107939" y="754355"/>
                </a:lnTo>
                <a:lnTo>
                  <a:pt x="2345493" y="895060"/>
                </a:lnTo>
                <a:lnTo>
                  <a:pt x="2585518" y="1031345"/>
                </a:lnTo>
                <a:lnTo>
                  <a:pt x="2830484" y="1158790"/>
                </a:lnTo>
                <a:lnTo>
                  <a:pt x="3082860" y="1272974"/>
                </a:lnTo>
                <a:lnTo>
                  <a:pt x="3345118" y="1369479"/>
                </a:lnTo>
                <a:lnTo>
                  <a:pt x="3619726" y="1443883"/>
                </a:lnTo>
                <a:lnTo>
                  <a:pt x="3909156" y="1491767"/>
                </a:lnTo>
                <a:lnTo>
                  <a:pt x="4215878" y="1508711"/>
                </a:lnTo>
                <a:lnTo>
                  <a:pt x="4215878" y="2185403"/>
                </a:lnTo>
                <a:lnTo>
                  <a:pt x="3909156" y="2168459"/>
                </a:lnTo>
                <a:lnTo>
                  <a:pt x="3619726" y="2120575"/>
                </a:lnTo>
                <a:lnTo>
                  <a:pt x="3345118" y="2046171"/>
                </a:lnTo>
                <a:lnTo>
                  <a:pt x="3082860" y="1949666"/>
                </a:lnTo>
                <a:lnTo>
                  <a:pt x="2830484" y="1835482"/>
                </a:lnTo>
                <a:lnTo>
                  <a:pt x="2585518" y="1708037"/>
                </a:lnTo>
                <a:lnTo>
                  <a:pt x="2345493" y="1571752"/>
                </a:lnTo>
                <a:lnTo>
                  <a:pt x="2107939" y="1431047"/>
                </a:lnTo>
                <a:lnTo>
                  <a:pt x="1870384" y="1290342"/>
                </a:lnTo>
                <a:lnTo>
                  <a:pt x="1630359" y="1154057"/>
                </a:lnTo>
                <a:lnTo>
                  <a:pt x="1385393" y="1026612"/>
                </a:lnTo>
                <a:lnTo>
                  <a:pt x="1133017" y="912428"/>
                </a:lnTo>
                <a:lnTo>
                  <a:pt x="870759" y="815923"/>
                </a:lnTo>
                <a:lnTo>
                  <a:pt x="596151" y="741519"/>
                </a:lnTo>
                <a:lnTo>
                  <a:pt x="306721" y="693635"/>
                </a:lnTo>
                <a:lnTo>
                  <a:pt x="0" y="676692"/>
                </a:lnTo>
                <a:close/>
              </a:path>
            </a:pathLst>
          </a:custGeom>
          <a:solidFill>
            <a:srgbClr val="638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36193" y="3161901"/>
            <a:ext cx="4215878" cy="2340730"/>
          </a:xfrm>
          <a:custGeom>
            <a:avLst/>
            <a:gdLst/>
            <a:ahLst/>
            <a:cxnLst/>
            <a:rect l="l" t="t" r="r" b="b"/>
            <a:pathLst>
              <a:path w="4215878" h="2340730">
                <a:moveTo>
                  <a:pt x="0" y="0"/>
                </a:moveTo>
                <a:lnTo>
                  <a:pt x="306721" y="23754"/>
                </a:lnTo>
                <a:lnTo>
                  <a:pt x="596151" y="90886"/>
                </a:lnTo>
                <a:lnTo>
                  <a:pt x="870759" y="195198"/>
                </a:lnTo>
                <a:lnTo>
                  <a:pt x="1133017" y="330494"/>
                </a:lnTo>
                <a:lnTo>
                  <a:pt x="1385393" y="490578"/>
                </a:lnTo>
                <a:lnTo>
                  <a:pt x="1630359" y="669251"/>
                </a:lnTo>
                <a:lnTo>
                  <a:pt x="1870384" y="860318"/>
                </a:lnTo>
                <a:lnTo>
                  <a:pt x="2107939" y="1057583"/>
                </a:lnTo>
                <a:lnTo>
                  <a:pt x="2345493" y="1254847"/>
                </a:lnTo>
                <a:lnTo>
                  <a:pt x="2585518" y="1445914"/>
                </a:lnTo>
                <a:lnTo>
                  <a:pt x="2830484" y="1624587"/>
                </a:lnTo>
                <a:lnTo>
                  <a:pt x="3082860" y="1784671"/>
                </a:lnTo>
                <a:lnTo>
                  <a:pt x="3345118" y="1919967"/>
                </a:lnTo>
                <a:lnTo>
                  <a:pt x="3619726" y="2024279"/>
                </a:lnTo>
                <a:lnTo>
                  <a:pt x="3909156" y="2091411"/>
                </a:lnTo>
                <a:lnTo>
                  <a:pt x="4215878" y="2115166"/>
                </a:lnTo>
                <a:lnTo>
                  <a:pt x="4215878" y="2340730"/>
                </a:lnTo>
                <a:lnTo>
                  <a:pt x="3909156" y="2316975"/>
                </a:lnTo>
                <a:lnTo>
                  <a:pt x="3619726" y="2249843"/>
                </a:lnTo>
                <a:lnTo>
                  <a:pt x="3345118" y="2145531"/>
                </a:lnTo>
                <a:lnTo>
                  <a:pt x="3082860" y="2010235"/>
                </a:lnTo>
                <a:lnTo>
                  <a:pt x="2830484" y="1850151"/>
                </a:lnTo>
                <a:lnTo>
                  <a:pt x="2585518" y="1671478"/>
                </a:lnTo>
                <a:lnTo>
                  <a:pt x="2345493" y="1480411"/>
                </a:lnTo>
                <a:lnTo>
                  <a:pt x="2107939" y="1283147"/>
                </a:lnTo>
                <a:lnTo>
                  <a:pt x="1870384" y="1085882"/>
                </a:lnTo>
                <a:lnTo>
                  <a:pt x="1630359" y="894815"/>
                </a:lnTo>
                <a:lnTo>
                  <a:pt x="1385393" y="716142"/>
                </a:lnTo>
                <a:lnTo>
                  <a:pt x="1133017" y="556058"/>
                </a:lnTo>
                <a:lnTo>
                  <a:pt x="870759" y="420762"/>
                </a:lnTo>
                <a:lnTo>
                  <a:pt x="596151" y="316450"/>
                </a:lnTo>
                <a:lnTo>
                  <a:pt x="306721" y="249318"/>
                </a:lnTo>
                <a:lnTo>
                  <a:pt x="0" y="225564"/>
                </a:lnTo>
                <a:close/>
              </a:path>
            </a:pathLst>
          </a:custGeom>
          <a:solidFill>
            <a:srgbClr val="638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436193" y="2485209"/>
            <a:ext cx="4215878" cy="1959839"/>
          </a:xfrm>
          <a:custGeom>
            <a:avLst/>
            <a:gdLst/>
            <a:ahLst/>
            <a:cxnLst/>
            <a:rect l="l" t="t" r="r" b="b"/>
            <a:pathLst>
              <a:path w="4215878" h="1959839">
                <a:moveTo>
                  <a:pt x="0" y="1057583"/>
                </a:moveTo>
                <a:lnTo>
                  <a:pt x="306721" y="1045705"/>
                </a:lnTo>
                <a:lnTo>
                  <a:pt x="596151" y="1012139"/>
                </a:lnTo>
                <a:lnTo>
                  <a:pt x="870759" y="959983"/>
                </a:lnTo>
                <a:lnTo>
                  <a:pt x="1133017" y="892335"/>
                </a:lnTo>
                <a:lnTo>
                  <a:pt x="1385393" y="812293"/>
                </a:lnTo>
                <a:lnTo>
                  <a:pt x="1630359" y="722957"/>
                </a:lnTo>
                <a:lnTo>
                  <a:pt x="1870384" y="627423"/>
                </a:lnTo>
                <a:lnTo>
                  <a:pt x="2107939" y="528791"/>
                </a:lnTo>
                <a:lnTo>
                  <a:pt x="2345493" y="430159"/>
                </a:lnTo>
                <a:lnTo>
                  <a:pt x="2585518" y="334625"/>
                </a:lnTo>
                <a:lnTo>
                  <a:pt x="2830484" y="245289"/>
                </a:lnTo>
                <a:lnTo>
                  <a:pt x="3082860" y="165247"/>
                </a:lnTo>
                <a:lnTo>
                  <a:pt x="3345118" y="97599"/>
                </a:lnTo>
                <a:lnTo>
                  <a:pt x="3619726" y="45443"/>
                </a:lnTo>
                <a:lnTo>
                  <a:pt x="3909156" y="11877"/>
                </a:lnTo>
                <a:lnTo>
                  <a:pt x="4215878" y="0"/>
                </a:lnTo>
                <a:lnTo>
                  <a:pt x="4215878" y="902256"/>
                </a:lnTo>
                <a:lnTo>
                  <a:pt x="3909156" y="914133"/>
                </a:lnTo>
                <a:lnTo>
                  <a:pt x="3619726" y="947699"/>
                </a:lnTo>
                <a:lnTo>
                  <a:pt x="3345118" y="999855"/>
                </a:lnTo>
                <a:lnTo>
                  <a:pt x="3082860" y="1067503"/>
                </a:lnTo>
                <a:lnTo>
                  <a:pt x="2830484" y="1147545"/>
                </a:lnTo>
                <a:lnTo>
                  <a:pt x="2585518" y="1236881"/>
                </a:lnTo>
                <a:lnTo>
                  <a:pt x="2345493" y="1332415"/>
                </a:lnTo>
                <a:lnTo>
                  <a:pt x="2107939" y="1431047"/>
                </a:lnTo>
                <a:lnTo>
                  <a:pt x="1870384" y="1529679"/>
                </a:lnTo>
                <a:lnTo>
                  <a:pt x="1630359" y="1625213"/>
                </a:lnTo>
                <a:lnTo>
                  <a:pt x="1385393" y="1714549"/>
                </a:lnTo>
                <a:lnTo>
                  <a:pt x="1133017" y="1794591"/>
                </a:lnTo>
                <a:lnTo>
                  <a:pt x="870759" y="1862239"/>
                </a:lnTo>
                <a:lnTo>
                  <a:pt x="596151" y="1914395"/>
                </a:lnTo>
                <a:lnTo>
                  <a:pt x="306721" y="1947961"/>
                </a:lnTo>
                <a:lnTo>
                  <a:pt x="0" y="1959839"/>
                </a:lnTo>
                <a:close/>
              </a:path>
            </a:pathLst>
          </a:custGeom>
          <a:solidFill>
            <a:srgbClr val="6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436193" y="4445048"/>
            <a:ext cx="4215878" cy="541353"/>
          </a:xfrm>
          <a:custGeom>
            <a:avLst/>
            <a:gdLst/>
            <a:ahLst/>
            <a:cxnLst/>
            <a:rect l="l" t="t" r="r" b="b"/>
            <a:pathLst>
              <a:path w="4215878" h="541353">
                <a:moveTo>
                  <a:pt x="0" y="0"/>
                </a:moveTo>
                <a:lnTo>
                  <a:pt x="306721" y="2533"/>
                </a:lnTo>
                <a:lnTo>
                  <a:pt x="596151" y="9692"/>
                </a:lnTo>
                <a:lnTo>
                  <a:pt x="870759" y="20816"/>
                </a:lnTo>
                <a:lnTo>
                  <a:pt x="1133017" y="35244"/>
                </a:lnTo>
                <a:lnTo>
                  <a:pt x="1385393" y="52315"/>
                </a:lnTo>
                <a:lnTo>
                  <a:pt x="1630359" y="71369"/>
                </a:lnTo>
                <a:lnTo>
                  <a:pt x="1870384" y="91745"/>
                </a:lnTo>
                <a:lnTo>
                  <a:pt x="2107939" y="112782"/>
                </a:lnTo>
                <a:lnTo>
                  <a:pt x="2345493" y="133818"/>
                </a:lnTo>
                <a:lnTo>
                  <a:pt x="2585518" y="154194"/>
                </a:lnTo>
                <a:lnTo>
                  <a:pt x="2830484" y="173248"/>
                </a:lnTo>
                <a:lnTo>
                  <a:pt x="3082860" y="190319"/>
                </a:lnTo>
                <a:lnTo>
                  <a:pt x="3345118" y="204747"/>
                </a:lnTo>
                <a:lnTo>
                  <a:pt x="3619726" y="215871"/>
                </a:lnTo>
                <a:lnTo>
                  <a:pt x="3909156" y="223030"/>
                </a:lnTo>
                <a:lnTo>
                  <a:pt x="4215878" y="225564"/>
                </a:lnTo>
                <a:lnTo>
                  <a:pt x="4215878" y="541353"/>
                </a:lnTo>
                <a:lnTo>
                  <a:pt x="3909156" y="538819"/>
                </a:lnTo>
                <a:lnTo>
                  <a:pt x="3619726" y="531660"/>
                </a:lnTo>
                <a:lnTo>
                  <a:pt x="3345118" y="520536"/>
                </a:lnTo>
                <a:lnTo>
                  <a:pt x="3082860" y="506108"/>
                </a:lnTo>
                <a:lnTo>
                  <a:pt x="2830484" y="489037"/>
                </a:lnTo>
                <a:lnTo>
                  <a:pt x="2585518" y="469983"/>
                </a:lnTo>
                <a:lnTo>
                  <a:pt x="2345493" y="449607"/>
                </a:lnTo>
                <a:lnTo>
                  <a:pt x="2107939" y="428571"/>
                </a:lnTo>
                <a:lnTo>
                  <a:pt x="1870384" y="407534"/>
                </a:lnTo>
                <a:lnTo>
                  <a:pt x="1630359" y="387158"/>
                </a:lnTo>
                <a:lnTo>
                  <a:pt x="1385393" y="368104"/>
                </a:lnTo>
                <a:lnTo>
                  <a:pt x="1133017" y="351033"/>
                </a:lnTo>
                <a:lnTo>
                  <a:pt x="870759" y="336605"/>
                </a:lnTo>
                <a:lnTo>
                  <a:pt x="596151" y="325481"/>
                </a:lnTo>
                <a:lnTo>
                  <a:pt x="306721" y="318322"/>
                </a:lnTo>
                <a:lnTo>
                  <a:pt x="0" y="315789"/>
                </a:lnTo>
                <a:close/>
              </a:path>
            </a:pathLst>
          </a:custGeom>
          <a:solidFill>
            <a:srgbClr val="6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436193" y="4760837"/>
            <a:ext cx="4215878" cy="877132"/>
          </a:xfrm>
          <a:custGeom>
            <a:avLst/>
            <a:gdLst/>
            <a:ahLst/>
            <a:cxnLst/>
            <a:rect l="l" t="t" r="r" b="b"/>
            <a:pathLst>
              <a:path w="4215878" h="877132">
                <a:moveTo>
                  <a:pt x="0" y="0"/>
                </a:moveTo>
                <a:lnTo>
                  <a:pt x="306721" y="8330"/>
                </a:lnTo>
                <a:lnTo>
                  <a:pt x="596151" y="31873"/>
                </a:lnTo>
                <a:lnTo>
                  <a:pt x="870759" y="68456"/>
                </a:lnTo>
                <a:lnTo>
                  <a:pt x="1133017" y="115905"/>
                </a:lnTo>
                <a:lnTo>
                  <a:pt x="1385393" y="172046"/>
                </a:lnTo>
                <a:lnTo>
                  <a:pt x="1630359" y="234708"/>
                </a:lnTo>
                <a:lnTo>
                  <a:pt x="1870384" y="301716"/>
                </a:lnTo>
                <a:lnTo>
                  <a:pt x="2107939" y="370897"/>
                </a:lnTo>
                <a:lnTo>
                  <a:pt x="2345493" y="440077"/>
                </a:lnTo>
                <a:lnTo>
                  <a:pt x="2585518" y="507085"/>
                </a:lnTo>
                <a:lnTo>
                  <a:pt x="2830484" y="569747"/>
                </a:lnTo>
                <a:lnTo>
                  <a:pt x="3082860" y="625888"/>
                </a:lnTo>
                <a:lnTo>
                  <a:pt x="3345118" y="673337"/>
                </a:lnTo>
                <a:lnTo>
                  <a:pt x="3619726" y="709920"/>
                </a:lnTo>
                <a:lnTo>
                  <a:pt x="3909156" y="733463"/>
                </a:lnTo>
                <a:lnTo>
                  <a:pt x="4215878" y="741794"/>
                </a:lnTo>
                <a:lnTo>
                  <a:pt x="4215878" y="877132"/>
                </a:lnTo>
                <a:lnTo>
                  <a:pt x="3909156" y="868801"/>
                </a:lnTo>
                <a:lnTo>
                  <a:pt x="3619726" y="845258"/>
                </a:lnTo>
                <a:lnTo>
                  <a:pt x="3345118" y="808675"/>
                </a:lnTo>
                <a:lnTo>
                  <a:pt x="3082860" y="761226"/>
                </a:lnTo>
                <a:lnTo>
                  <a:pt x="2830484" y="705085"/>
                </a:lnTo>
                <a:lnTo>
                  <a:pt x="2585518" y="642423"/>
                </a:lnTo>
                <a:lnTo>
                  <a:pt x="2345493" y="575415"/>
                </a:lnTo>
                <a:lnTo>
                  <a:pt x="2107939" y="506235"/>
                </a:lnTo>
                <a:lnTo>
                  <a:pt x="1870384" y="437054"/>
                </a:lnTo>
                <a:lnTo>
                  <a:pt x="1630359" y="370046"/>
                </a:lnTo>
                <a:lnTo>
                  <a:pt x="1385393" y="307384"/>
                </a:lnTo>
                <a:lnTo>
                  <a:pt x="1133017" y="251243"/>
                </a:lnTo>
                <a:lnTo>
                  <a:pt x="870759" y="203794"/>
                </a:lnTo>
                <a:lnTo>
                  <a:pt x="596151" y="167211"/>
                </a:lnTo>
                <a:lnTo>
                  <a:pt x="306721" y="143668"/>
                </a:lnTo>
                <a:lnTo>
                  <a:pt x="0" y="135338"/>
                </a:lnTo>
                <a:close/>
              </a:path>
            </a:pathLst>
          </a:custGeom>
          <a:solidFill>
            <a:srgbClr val="6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436193" y="3387465"/>
            <a:ext cx="4215878" cy="2115166"/>
          </a:xfrm>
          <a:custGeom>
            <a:avLst/>
            <a:gdLst/>
            <a:ahLst/>
            <a:cxnLst/>
            <a:rect l="l" t="t" r="r" b="b"/>
            <a:pathLst>
              <a:path w="4215878" h="2115166">
                <a:moveTo>
                  <a:pt x="0" y="1664038"/>
                </a:moveTo>
                <a:lnTo>
                  <a:pt x="306721" y="1645350"/>
                </a:lnTo>
                <a:lnTo>
                  <a:pt x="596151" y="1592536"/>
                </a:lnTo>
                <a:lnTo>
                  <a:pt x="870759" y="1510471"/>
                </a:lnTo>
                <a:lnTo>
                  <a:pt x="1133017" y="1404032"/>
                </a:lnTo>
                <a:lnTo>
                  <a:pt x="1385393" y="1278091"/>
                </a:lnTo>
                <a:lnTo>
                  <a:pt x="1630359" y="1137525"/>
                </a:lnTo>
                <a:lnTo>
                  <a:pt x="1870384" y="987210"/>
                </a:lnTo>
                <a:lnTo>
                  <a:pt x="2107939" y="832019"/>
                </a:lnTo>
                <a:lnTo>
                  <a:pt x="2345493" y="676827"/>
                </a:lnTo>
                <a:lnTo>
                  <a:pt x="2585518" y="526512"/>
                </a:lnTo>
                <a:lnTo>
                  <a:pt x="2830484" y="385946"/>
                </a:lnTo>
                <a:lnTo>
                  <a:pt x="3082860" y="260005"/>
                </a:lnTo>
                <a:lnTo>
                  <a:pt x="3345118" y="153566"/>
                </a:lnTo>
                <a:lnTo>
                  <a:pt x="3619726" y="71501"/>
                </a:lnTo>
                <a:lnTo>
                  <a:pt x="3909156" y="18687"/>
                </a:lnTo>
                <a:lnTo>
                  <a:pt x="4215878" y="0"/>
                </a:lnTo>
                <a:lnTo>
                  <a:pt x="4215878" y="451128"/>
                </a:lnTo>
                <a:lnTo>
                  <a:pt x="3909156" y="469815"/>
                </a:lnTo>
                <a:lnTo>
                  <a:pt x="3619726" y="522629"/>
                </a:lnTo>
                <a:lnTo>
                  <a:pt x="3345118" y="604694"/>
                </a:lnTo>
                <a:lnTo>
                  <a:pt x="3082860" y="711133"/>
                </a:lnTo>
                <a:lnTo>
                  <a:pt x="2830484" y="837074"/>
                </a:lnTo>
                <a:lnTo>
                  <a:pt x="2585518" y="977640"/>
                </a:lnTo>
                <a:lnTo>
                  <a:pt x="2345493" y="1127955"/>
                </a:lnTo>
                <a:lnTo>
                  <a:pt x="2107939" y="1283147"/>
                </a:lnTo>
                <a:lnTo>
                  <a:pt x="1870384" y="1438338"/>
                </a:lnTo>
                <a:lnTo>
                  <a:pt x="1630359" y="1588653"/>
                </a:lnTo>
                <a:lnTo>
                  <a:pt x="1385393" y="1729219"/>
                </a:lnTo>
                <a:lnTo>
                  <a:pt x="1133017" y="1855160"/>
                </a:lnTo>
                <a:lnTo>
                  <a:pt x="870759" y="1961599"/>
                </a:lnTo>
                <a:lnTo>
                  <a:pt x="596151" y="2043664"/>
                </a:lnTo>
                <a:lnTo>
                  <a:pt x="306721" y="2096478"/>
                </a:lnTo>
                <a:lnTo>
                  <a:pt x="0" y="2115166"/>
                </a:lnTo>
                <a:close/>
              </a:path>
            </a:pathLst>
          </a:custGeom>
          <a:solidFill>
            <a:srgbClr val="5C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436193" y="4986401"/>
            <a:ext cx="4215878" cy="651568"/>
          </a:xfrm>
          <a:custGeom>
            <a:avLst/>
            <a:gdLst/>
            <a:ahLst/>
            <a:cxnLst/>
            <a:rect l="l" t="t" r="r" b="b"/>
            <a:pathLst>
              <a:path w="4215878" h="651568">
                <a:moveTo>
                  <a:pt x="0" y="516230"/>
                </a:moveTo>
                <a:lnTo>
                  <a:pt x="306721" y="510432"/>
                </a:lnTo>
                <a:lnTo>
                  <a:pt x="596151" y="494048"/>
                </a:lnTo>
                <a:lnTo>
                  <a:pt x="870759" y="468589"/>
                </a:lnTo>
                <a:lnTo>
                  <a:pt x="1133017" y="435569"/>
                </a:lnTo>
                <a:lnTo>
                  <a:pt x="1385393" y="396498"/>
                </a:lnTo>
                <a:lnTo>
                  <a:pt x="1630359" y="352891"/>
                </a:lnTo>
                <a:lnTo>
                  <a:pt x="1870384" y="306259"/>
                </a:lnTo>
                <a:lnTo>
                  <a:pt x="2107939" y="258115"/>
                </a:lnTo>
                <a:lnTo>
                  <a:pt x="2345493" y="209970"/>
                </a:lnTo>
                <a:lnTo>
                  <a:pt x="2585518" y="163338"/>
                </a:lnTo>
                <a:lnTo>
                  <a:pt x="2830484" y="119731"/>
                </a:lnTo>
                <a:lnTo>
                  <a:pt x="3082860" y="80660"/>
                </a:lnTo>
                <a:lnTo>
                  <a:pt x="3345118" y="47640"/>
                </a:lnTo>
                <a:lnTo>
                  <a:pt x="3619726" y="22181"/>
                </a:lnTo>
                <a:lnTo>
                  <a:pt x="3909156" y="5797"/>
                </a:lnTo>
                <a:lnTo>
                  <a:pt x="4215878" y="0"/>
                </a:lnTo>
                <a:lnTo>
                  <a:pt x="4215878" y="135338"/>
                </a:lnTo>
                <a:lnTo>
                  <a:pt x="3909156" y="141135"/>
                </a:lnTo>
                <a:lnTo>
                  <a:pt x="3619726" y="157519"/>
                </a:lnTo>
                <a:lnTo>
                  <a:pt x="3345118" y="182978"/>
                </a:lnTo>
                <a:lnTo>
                  <a:pt x="3082860" y="215998"/>
                </a:lnTo>
                <a:lnTo>
                  <a:pt x="2830484" y="255069"/>
                </a:lnTo>
                <a:lnTo>
                  <a:pt x="2585518" y="298676"/>
                </a:lnTo>
                <a:lnTo>
                  <a:pt x="2345493" y="345308"/>
                </a:lnTo>
                <a:lnTo>
                  <a:pt x="2107939" y="393453"/>
                </a:lnTo>
                <a:lnTo>
                  <a:pt x="1870384" y="441597"/>
                </a:lnTo>
                <a:lnTo>
                  <a:pt x="1630359" y="488229"/>
                </a:lnTo>
                <a:lnTo>
                  <a:pt x="1385393" y="531836"/>
                </a:lnTo>
                <a:lnTo>
                  <a:pt x="1133017" y="570907"/>
                </a:lnTo>
                <a:lnTo>
                  <a:pt x="870759" y="603927"/>
                </a:lnTo>
                <a:lnTo>
                  <a:pt x="596151" y="629386"/>
                </a:lnTo>
                <a:lnTo>
                  <a:pt x="306721" y="645770"/>
                </a:lnTo>
                <a:lnTo>
                  <a:pt x="0" y="651568"/>
                </a:lnTo>
                <a:close/>
              </a:path>
            </a:pathLst>
          </a:custGeom>
          <a:solidFill>
            <a:srgbClr val="5C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436193" y="5637969"/>
            <a:ext cx="4215878" cy="315789"/>
          </a:xfrm>
          <a:custGeom>
            <a:avLst/>
            <a:gdLst/>
            <a:ahLst/>
            <a:cxnLst/>
            <a:rect l="l" t="t" r="r" b="b"/>
            <a:pathLst>
              <a:path w="4215878" h="315789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315789"/>
                </a:lnTo>
                <a:lnTo>
                  <a:pt x="3909156" y="315789"/>
                </a:lnTo>
                <a:lnTo>
                  <a:pt x="3619726" y="315789"/>
                </a:lnTo>
                <a:lnTo>
                  <a:pt x="3345118" y="315789"/>
                </a:lnTo>
                <a:lnTo>
                  <a:pt x="3082860" y="315789"/>
                </a:lnTo>
                <a:lnTo>
                  <a:pt x="2830484" y="315789"/>
                </a:lnTo>
                <a:lnTo>
                  <a:pt x="2585518" y="315789"/>
                </a:lnTo>
                <a:lnTo>
                  <a:pt x="2345493" y="315789"/>
                </a:lnTo>
                <a:lnTo>
                  <a:pt x="2107939" y="315789"/>
                </a:lnTo>
                <a:lnTo>
                  <a:pt x="1870384" y="315789"/>
                </a:lnTo>
                <a:lnTo>
                  <a:pt x="1630359" y="315789"/>
                </a:lnTo>
                <a:lnTo>
                  <a:pt x="1385393" y="315789"/>
                </a:lnTo>
                <a:lnTo>
                  <a:pt x="1133017" y="315789"/>
                </a:lnTo>
                <a:lnTo>
                  <a:pt x="870759" y="315789"/>
                </a:lnTo>
                <a:lnTo>
                  <a:pt x="596151" y="315789"/>
                </a:lnTo>
                <a:lnTo>
                  <a:pt x="306721" y="315789"/>
                </a:lnTo>
                <a:lnTo>
                  <a:pt x="0" y="315789"/>
                </a:lnTo>
                <a:close/>
              </a:path>
            </a:pathLst>
          </a:custGeom>
          <a:solidFill>
            <a:srgbClr val="5C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539624" y="1131824"/>
            <a:ext cx="4215878" cy="1119986"/>
          </a:xfrm>
          <a:custGeom>
            <a:avLst/>
            <a:gdLst/>
            <a:ahLst/>
            <a:cxnLst/>
            <a:rect l="l" t="t" r="r" b="b"/>
            <a:pathLst>
              <a:path w="4215878" h="1119986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119986"/>
                </a:lnTo>
                <a:lnTo>
                  <a:pt x="3909156" y="1119567"/>
                </a:lnTo>
                <a:lnTo>
                  <a:pt x="3619726" y="1118384"/>
                </a:lnTo>
                <a:lnTo>
                  <a:pt x="3345118" y="1116545"/>
                </a:lnTo>
                <a:lnTo>
                  <a:pt x="3082860" y="1114161"/>
                </a:lnTo>
                <a:lnTo>
                  <a:pt x="2830484" y="1111339"/>
                </a:lnTo>
                <a:lnTo>
                  <a:pt x="2585518" y="1108191"/>
                </a:lnTo>
                <a:lnTo>
                  <a:pt x="2345493" y="1104823"/>
                </a:lnTo>
                <a:lnTo>
                  <a:pt x="2107939" y="1101347"/>
                </a:lnTo>
                <a:lnTo>
                  <a:pt x="1870384" y="1097870"/>
                </a:lnTo>
                <a:lnTo>
                  <a:pt x="1630359" y="1094502"/>
                </a:lnTo>
                <a:lnTo>
                  <a:pt x="1385393" y="1091354"/>
                </a:lnTo>
                <a:lnTo>
                  <a:pt x="1133017" y="1088532"/>
                </a:lnTo>
                <a:lnTo>
                  <a:pt x="870759" y="1086148"/>
                </a:lnTo>
                <a:lnTo>
                  <a:pt x="596151" y="1084309"/>
                </a:lnTo>
                <a:lnTo>
                  <a:pt x="306721" y="1083126"/>
                </a:lnTo>
                <a:lnTo>
                  <a:pt x="0" y="1082708"/>
                </a:lnTo>
                <a:close/>
              </a:path>
            </a:pathLst>
          </a:custGeom>
          <a:solidFill>
            <a:srgbClr val="638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539624" y="2214532"/>
            <a:ext cx="4215878" cy="2245912"/>
          </a:xfrm>
          <a:custGeom>
            <a:avLst/>
            <a:gdLst/>
            <a:ahLst/>
            <a:cxnLst/>
            <a:rect l="l" t="t" r="r" b="b"/>
            <a:pathLst>
              <a:path w="4215878" h="2245912">
                <a:moveTo>
                  <a:pt x="0" y="0"/>
                </a:moveTo>
                <a:lnTo>
                  <a:pt x="306721" y="6355"/>
                </a:lnTo>
                <a:lnTo>
                  <a:pt x="596151" y="24317"/>
                </a:lnTo>
                <a:lnTo>
                  <a:pt x="870759" y="52227"/>
                </a:lnTo>
                <a:lnTo>
                  <a:pt x="1133017" y="88427"/>
                </a:lnTo>
                <a:lnTo>
                  <a:pt x="1385393" y="131258"/>
                </a:lnTo>
                <a:lnTo>
                  <a:pt x="1630359" y="179064"/>
                </a:lnTo>
                <a:lnTo>
                  <a:pt x="1870384" y="230186"/>
                </a:lnTo>
                <a:lnTo>
                  <a:pt x="2107939" y="282966"/>
                </a:lnTo>
                <a:lnTo>
                  <a:pt x="2345493" y="335746"/>
                </a:lnTo>
                <a:lnTo>
                  <a:pt x="2585518" y="386868"/>
                </a:lnTo>
                <a:lnTo>
                  <a:pt x="2830484" y="434674"/>
                </a:lnTo>
                <a:lnTo>
                  <a:pt x="3082860" y="477505"/>
                </a:lnTo>
                <a:lnTo>
                  <a:pt x="3345118" y="513705"/>
                </a:lnTo>
                <a:lnTo>
                  <a:pt x="3619726" y="541615"/>
                </a:lnTo>
                <a:lnTo>
                  <a:pt x="3909156" y="559577"/>
                </a:lnTo>
                <a:lnTo>
                  <a:pt x="4215878" y="565933"/>
                </a:lnTo>
                <a:lnTo>
                  <a:pt x="4215878" y="2245912"/>
                </a:lnTo>
                <a:lnTo>
                  <a:pt x="3909156" y="2238928"/>
                </a:lnTo>
                <a:lnTo>
                  <a:pt x="3619726" y="2219191"/>
                </a:lnTo>
                <a:lnTo>
                  <a:pt x="3345118" y="2188524"/>
                </a:lnTo>
                <a:lnTo>
                  <a:pt x="3082860" y="2148747"/>
                </a:lnTo>
                <a:lnTo>
                  <a:pt x="2830484" y="2101684"/>
                </a:lnTo>
                <a:lnTo>
                  <a:pt x="2585518" y="2049154"/>
                </a:lnTo>
                <a:lnTo>
                  <a:pt x="2345493" y="1992981"/>
                </a:lnTo>
                <a:lnTo>
                  <a:pt x="2107939" y="1934987"/>
                </a:lnTo>
                <a:lnTo>
                  <a:pt x="1870384" y="1876992"/>
                </a:lnTo>
                <a:lnTo>
                  <a:pt x="1630359" y="1820819"/>
                </a:lnTo>
                <a:lnTo>
                  <a:pt x="1385393" y="1768289"/>
                </a:lnTo>
                <a:lnTo>
                  <a:pt x="1133017" y="1721226"/>
                </a:lnTo>
                <a:lnTo>
                  <a:pt x="870759" y="1681449"/>
                </a:lnTo>
                <a:lnTo>
                  <a:pt x="596151" y="1650782"/>
                </a:lnTo>
                <a:lnTo>
                  <a:pt x="306721" y="1631045"/>
                </a:lnTo>
                <a:lnTo>
                  <a:pt x="0" y="1624062"/>
                </a:lnTo>
                <a:close/>
              </a:path>
            </a:pathLst>
          </a:custGeom>
          <a:solidFill>
            <a:srgbClr val="638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539624" y="2251810"/>
            <a:ext cx="4215878" cy="2012787"/>
          </a:xfrm>
          <a:custGeom>
            <a:avLst/>
            <a:gdLst/>
            <a:ahLst/>
            <a:cxnLst/>
            <a:rect l="l" t="t" r="r" b="b"/>
            <a:pathLst>
              <a:path w="4215878" h="2012787">
                <a:moveTo>
                  <a:pt x="0" y="1742110"/>
                </a:moveTo>
                <a:lnTo>
                  <a:pt x="306721" y="1722545"/>
                </a:lnTo>
                <a:lnTo>
                  <a:pt x="596151" y="1667253"/>
                </a:lnTo>
                <a:lnTo>
                  <a:pt x="870759" y="1581339"/>
                </a:lnTo>
                <a:lnTo>
                  <a:pt x="1133017" y="1469905"/>
                </a:lnTo>
                <a:lnTo>
                  <a:pt x="1385393" y="1338056"/>
                </a:lnTo>
                <a:lnTo>
                  <a:pt x="1630359" y="1190895"/>
                </a:lnTo>
                <a:lnTo>
                  <a:pt x="1870384" y="1033527"/>
                </a:lnTo>
                <a:lnTo>
                  <a:pt x="2107939" y="871055"/>
                </a:lnTo>
                <a:lnTo>
                  <a:pt x="2345493" y="708582"/>
                </a:lnTo>
                <a:lnTo>
                  <a:pt x="2585518" y="551214"/>
                </a:lnTo>
                <a:lnTo>
                  <a:pt x="2830484" y="404053"/>
                </a:lnTo>
                <a:lnTo>
                  <a:pt x="3082860" y="272204"/>
                </a:lnTo>
                <a:lnTo>
                  <a:pt x="3345118" y="160770"/>
                </a:lnTo>
                <a:lnTo>
                  <a:pt x="3619726" y="74856"/>
                </a:lnTo>
                <a:lnTo>
                  <a:pt x="3909156" y="19564"/>
                </a:lnTo>
                <a:lnTo>
                  <a:pt x="4215878" y="0"/>
                </a:lnTo>
                <a:lnTo>
                  <a:pt x="4215878" y="279996"/>
                </a:lnTo>
                <a:lnTo>
                  <a:pt x="3909156" y="299456"/>
                </a:lnTo>
                <a:lnTo>
                  <a:pt x="3619726" y="354451"/>
                </a:lnTo>
                <a:lnTo>
                  <a:pt x="3345118" y="439906"/>
                </a:lnTo>
                <a:lnTo>
                  <a:pt x="3082860" y="550744"/>
                </a:lnTo>
                <a:lnTo>
                  <a:pt x="2830484" y="681888"/>
                </a:lnTo>
                <a:lnTo>
                  <a:pt x="2585518" y="828261"/>
                </a:lnTo>
                <a:lnTo>
                  <a:pt x="2345493" y="984788"/>
                </a:lnTo>
                <a:lnTo>
                  <a:pt x="2107939" y="1146391"/>
                </a:lnTo>
                <a:lnTo>
                  <a:pt x="1870384" y="1307994"/>
                </a:lnTo>
                <a:lnTo>
                  <a:pt x="1630359" y="1464521"/>
                </a:lnTo>
                <a:lnTo>
                  <a:pt x="1385393" y="1610894"/>
                </a:lnTo>
                <a:lnTo>
                  <a:pt x="1133017" y="1742038"/>
                </a:lnTo>
                <a:lnTo>
                  <a:pt x="870759" y="1852876"/>
                </a:lnTo>
                <a:lnTo>
                  <a:pt x="596151" y="1938331"/>
                </a:lnTo>
                <a:lnTo>
                  <a:pt x="306721" y="1993326"/>
                </a:lnTo>
                <a:lnTo>
                  <a:pt x="0" y="2012787"/>
                </a:lnTo>
                <a:close/>
              </a:path>
            </a:pathLst>
          </a:custGeom>
          <a:solidFill>
            <a:srgbClr val="6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539624" y="4264597"/>
            <a:ext cx="4215878" cy="1082502"/>
          </a:xfrm>
          <a:custGeom>
            <a:avLst/>
            <a:gdLst/>
            <a:ahLst/>
            <a:cxnLst/>
            <a:rect l="l" t="t" r="r" b="b"/>
            <a:pathLst>
              <a:path w="4215878" h="1082502">
                <a:moveTo>
                  <a:pt x="0" y="0"/>
                </a:moveTo>
                <a:lnTo>
                  <a:pt x="306721" y="2199"/>
                </a:lnTo>
                <a:lnTo>
                  <a:pt x="596151" y="8415"/>
                </a:lnTo>
                <a:lnTo>
                  <a:pt x="870759" y="18073"/>
                </a:lnTo>
                <a:lnTo>
                  <a:pt x="1133017" y="30601"/>
                </a:lnTo>
                <a:lnTo>
                  <a:pt x="1385393" y="45423"/>
                </a:lnTo>
                <a:lnTo>
                  <a:pt x="1630359" y="61967"/>
                </a:lnTo>
                <a:lnTo>
                  <a:pt x="1870384" y="79658"/>
                </a:lnTo>
                <a:lnTo>
                  <a:pt x="2107939" y="97923"/>
                </a:lnTo>
                <a:lnTo>
                  <a:pt x="2345493" y="116188"/>
                </a:lnTo>
                <a:lnTo>
                  <a:pt x="2585518" y="133879"/>
                </a:lnTo>
                <a:lnTo>
                  <a:pt x="2830484" y="150423"/>
                </a:lnTo>
                <a:lnTo>
                  <a:pt x="3082860" y="165245"/>
                </a:lnTo>
                <a:lnTo>
                  <a:pt x="3345118" y="177773"/>
                </a:lnTo>
                <a:lnTo>
                  <a:pt x="3619726" y="187431"/>
                </a:lnTo>
                <a:lnTo>
                  <a:pt x="3909156" y="193647"/>
                </a:lnTo>
                <a:lnTo>
                  <a:pt x="4215878" y="195847"/>
                </a:lnTo>
                <a:lnTo>
                  <a:pt x="4215878" y="1082502"/>
                </a:lnTo>
                <a:lnTo>
                  <a:pt x="3909156" y="1079971"/>
                </a:lnTo>
                <a:lnTo>
                  <a:pt x="3619726" y="1072818"/>
                </a:lnTo>
                <a:lnTo>
                  <a:pt x="3345118" y="1061704"/>
                </a:lnTo>
                <a:lnTo>
                  <a:pt x="3082860" y="1047289"/>
                </a:lnTo>
                <a:lnTo>
                  <a:pt x="2830484" y="1030233"/>
                </a:lnTo>
                <a:lnTo>
                  <a:pt x="2585518" y="1011197"/>
                </a:lnTo>
                <a:lnTo>
                  <a:pt x="2345493" y="990839"/>
                </a:lnTo>
                <a:lnTo>
                  <a:pt x="2107939" y="969822"/>
                </a:lnTo>
                <a:lnTo>
                  <a:pt x="1870384" y="948805"/>
                </a:lnTo>
                <a:lnTo>
                  <a:pt x="1630359" y="928447"/>
                </a:lnTo>
                <a:lnTo>
                  <a:pt x="1385393" y="909411"/>
                </a:lnTo>
                <a:lnTo>
                  <a:pt x="1133017" y="892355"/>
                </a:lnTo>
                <a:lnTo>
                  <a:pt x="870759" y="877940"/>
                </a:lnTo>
                <a:lnTo>
                  <a:pt x="596151" y="866826"/>
                </a:lnTo>
                <a:lnTo>
                  <a:pt x="306721" y="859673"/>
                </a:lnTo>
                <a:lnTo>
                  <a:pt x="0" y="857143"/>
                </a:lnTo>
                <a:close/>
              </a:path>
            </a:pathLst>
          </a:custGeom>
          <a:solidFill>
            <a:srgbClr val="6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539624" y="2531806"/>
            <a:ext cx="4215878" cy="2835486"/>
          </a:xfrm>
          <a:custGeom>
            <a:avLst/>
            <a:gdLst/>
            <a:ahLst/>
            <a:cxnLst/>
            <a:rect l="l" t="t" r="r" b="b"/>
            <a:pathLst>
              <a:path w="4215878" h="2835486">
                <a:moveTo>
                  <a:pt x="0" y="2745261"/>
                </a:moveTo>
                <a:lnTo>
                  <a:pt x="306721" y="2714430"/>
                </a:lnTo>
                <a:lnTo>
                  <a:pt x="596151" y="2627300"/>
                </a:lnTo>
                <a:lnTo>
                  <a:pt x="870759" y="2491914"/>
                </a:lnTo>
                <a:lnTo>
                  <a:pt x="1133017" y="2316313"/>
                </a:lnTo>
                <a:lnTo>
                  <a:pt x="1385393" y="2108542"/>
                </a:lnTo>
                <a:lnTo>
                  <a:pt x="1630359" y="1876643"/>
                </a:lnTo>
                <a:lnTo>
                  <a:pt x="1870384" y="1628658"/>
                </a:lnTo>
                <a:lnTo>
                  <a:pt x="2107939" y="1372630"/>
                </a:lnTo>
                <a:lnTo>
                  <a:pt x="2345493" y="1116602"/>
                </a:lnTo>
                <a:lnTo>
                  <a:pt x="2585518" y="868617"/>
                </a:lnTo>
                <a:lnTo>
                  <a:pt x="2830484" y="636718"/>
                </a:lnTo>
                <a:lnTo>
                  <a:pt x="3082860" y="428947"/>
                </a:lnTo>
                <a:lnTo>
                  <a:pt x="3345118" y="253346"/>
                </a:lnTo>
                <a:lnTo>
                  <a:pt x="3619726" y="117960"/>
                </a:lnTo>
                <a:lnTo>
                  <a:pt x="3909156" y="30830"/>
                </a:lnTo>
                <a:lnTo>
                  <a:pt x="4215878" y="0"/>
                </a:lnTo>
                <a:lnTo>
                  <a:pt x="4215878" y="93332"/>
                </a:lnTo>
                <a:lnTo>
                  <a:pt x="3909156" y="124127"/>
                </a:lnTo>
                <a:lnTo>
                  <a:pt x="3619726" y="211158"/>
                </a:lnTo>
                <a:lnTo>
                  <a:pt x="3345118" y="346392"/>
                </a:lnTo>
                <a:lnTo>
                  <a:pt x="3082860" y="521793"/>
                </a:lnTo>
                <a:lnTo>
                  <a:pt x="2830484" y="729329"/>
                </a:lnTo>
                <a:lnTo>
                  <a:pt x="2585518" y="960966"/>
                </a:lnTo>
                <a:lnTo>
                  <a:pt x="2345493" y="1208671"/>
                </a:lnTo>
                <a:lnTo>
                  <a:pt x="2107939" y="1464409"/>
                </a:lnTo>
                <a:lnTo>
                  <a:pt x="1870384" y="1720146"/>
                </a:lnTo>
                <a:lnTo>
                  <a:pt x="1630359" y="1967851"/>
                </a:lnTo>
                <a:lnTo>
                  <a:pt x="1385393" y="2199488"/>
                </a:lnTo>
                <a:lnTo>
                  <a:pt x="1133017" y="2407024"/>
                </a:lnTo>
                <a:lnTo>
                  <a:pt x="870759" y="2582425"/>
                </a:lnTo>
                <a:lnTo>
                  <a:pt x="596151" y="2717659"/>
                </a:lnTo>
                <a:lnTo>
                  <a:pt x="306721" y="2804690"/>
                </a:lnTo>
                <a:lnTo>
                  <a:pt x="0" y="2835486"/>
                </a:lnTo>
                <a:close/>
              </a:path>
            </a:pathLst>
          </a:custGeom>
          <a:solidFill>
            <a:srgbClr val="5C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539624" y="5347099"/>
            <a:ext cx="4215878" cy="606659"/>
          </a:xfrm>
          <a:custGeom>
            <a:avLst/>
            <a:gdLst/>
            <a:ahLst/>
            <a:cxnLst/>
            <a:rect l="l" t="t" r="r" b="b"/>
            <a:pathLst>
              <a:path w="4215878" h="606659">
                <a:moveTo>
                  <a:pt x="0" y="20193"/>
                </a:moveTo>
                <a:lnTo>
                  <a:pt x="306721" y="19966"/>
                </a:lnTo>
                <a:lnTo>
                  <a:pt x="596151" y="19325"/>
                </a:lnTo>
                <a:lnTo>
                  <a:pt x="870759" y="18329"/>
                </a:lnTo>
                <a:lnTo>
                  <a:pt x="1133017" y="17037"/>
                </a:lnTo>
                <a:lnTo>
                  <a:pt x="1385393" y="15509"/>
                </a:lnTo>
                <a:lnTo>
                  <a:pt x="1630359" y="13803"/>
                </a:lnTo>
                <a:lnTo>
                  <a:pt x="1870384" y="11979"/>
                </a:lnTo>
                <a:lnTo>
                  <a:pt x="2107939" y="10096"/>
                </a:lnTo>
                <a:lnTo>
                  <a:pt x="2345493" y="8213"/>
                </a:lnTo>
                <a:lnTo>
                  <a:pt x="2585518" y="6389"/>
                </a:lnTo>
                <a:lnTo>
                  <a:pt x="2830484" y="4683"/>
                </a:lnTo>
                <a:lnTo>
                  <a:pt x="3082860" y="3155"/>
                </a:lnTo>
                <a:lnTo>
                  <a:pt x="3345118" y="1863"/>
                </a:lnTo>
                <a:lnTo>
                  <a:pt x="3619726" y="867"/>
                </a:lnTo>
                <a:lnTo>
                  <a:pt x="3909156" y="226"/>
                </a:lnTo>
                <a:lnTo>
                  <a:pt x="4215878" y="0"/>
                </a:lnTo>
                <a:lnTo>
                  <a:pt x="4215878" y="606659"/>
                </a:lnTo>
                <a:lnTo>
                  <a:pt x="3909156" y="606659"/>
                </a:lnTo>
                <a:lnTo>
                  <a:pt x="3619726" y="606659"/>
                </a:lnTo>
                <a:lnTo>
                  <a:pt x="3345118" y="606659"/>
                </a:lnTo>
                <a:lnTo>
                  <a:pt x="3082860" y="606659"/>
                </a:lnTo>
                <a:lnTo>
                  <a:pt x="2830484" y="606659"/>
                </a:lnTo>
                <a:lnTo>
                  <a:pt x="2585518" y="606659"/>
                </a:lnTo>
                <a:lnTo>
                  <a:pt x="2345493" y="606659"/>
                </a:lnTo>
                <a:lnTo>
                  <a:pt x="2107939" y="606659"/>
                </a:lnTo>
                <a:lnTo>
                  <a:pt x="1870384" y="606659"/>
                </a:lnTo>
                <a:lnTo>
                  <a:pt x="1630359" y="606659"/>
                </a:lnTo>
                <a:lnTo>
                  <a:pt x="1385393" y="606659"/>
                </a:lnTo>
                <a:lnTo>
                  <a:pt x="1133017" y="606659"/>
                </a:lnTo>
                <a:lnTo>
                  <a:pt x="870759" y="606659"/>
                </a:lnTo>
                <a:lnTo>
                  <a:pt x="596151" y="606659"/>
                </a:lnTo>
                <a:lnTo>
                  <a:pt x="306721" y="606659"/>
                </a:lnTo>
                <a:lnTo>
                  <a:pt x="0" y="606659"/>
                </a:lnTo>
                <a:close/>
              </a:path>
            </a:pathLst>
          </a:custGeom>
          <a:solidFill>
            <a:srgbClr val="5C9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131824"/>
            <a:ext cx="887553" cy="225564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88195"/>
            <a:ext cx="2296543" cy="3429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900" b="1">
                <a:solidFill>
                  <a:srgbClr val="101828"/>
                </a:solidFill>
                <a:latin typeface="Public Sans"/>
              </a:rPr>
              <a:t>Organic (5,000)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42792"/>
            <a:ext cx="887553" cy="1353385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48034"/>
            <a:ext cx="2296543" cy="3429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900" b="1">
                <a:solidFill>
                  <a:srgbClr val="101828"/>
                </a:solidFill>
                <a:latin typeface="Public Sans"/>
              </a:rPr>
              <a:t>Paid (3,000)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51503"/>
            <a:ext cx="887553" cy="902256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31181"/>
            <a:ext cx="2296543" cy="3429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900" b="1">
                <a:solidFill>
                  <a:srgbClr val="101828"/>
                </a:solidFill>
                <a:latin typeface="Public Sans"/>
              </a:rPr>
              <a:t>Referral (2,000)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2071" y="1131824"/>
            <a:ext cx="887553" cy="270677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7576" y="1131824"/>
            <a:ext cx="2296543" cy="3429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Homepage (6,000)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2071" y="3993920"/>
            <a:ext cx="887553" cy="1127821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7576" y="3651020"/>
            <a:ext cx="2296543" cy="3429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Pricing (2,500)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52071" y="5277067"/>
            <a:ext cx="887553" cy="676692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7576" y="4934167"/>
            <a:ext cx="2296543" cy="3429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Blog (1,500)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55502" y="1131824"/>
            <a:ext cx="887553" cy="149331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6512" y="1707031"/>
            <a:ext cx="2296543" cy="3429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900" b="1">
                <a:solidFill>
                  <a:srgbClr val="101828"/>
                </a:solidFill>
                <a:latin typeface="Public Sans"/>
              </a:rPr>
              <a:t>Signup (3,200)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55502" y="2780465"/>
            <a:ext cx="887553" cy="3173294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6512" y="4195662"/>
            <a:ext cx="2296543" cy="3429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900" b="1">
                <a:solidFill>
                  <a:srgbClr val="101828"/>
                </a:solidFill>
                <a:latin typeface="Public Sans"/>
              </a:rPr>
              <a:t>Bounce (6,800)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