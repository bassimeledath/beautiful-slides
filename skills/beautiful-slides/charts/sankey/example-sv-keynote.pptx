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Website traffic flow</a:t>
            </a:r>
          </a:p>
        </p:txBody>
      </p:sp>
      <p:sp>
        <p:nvSpPr>
          <p:cNvPr id="3" name="Freeform 2"/>
          <p:cNvSpPr/>
          <p:nvPr/>
        </p:nvSpPr>
        <p:spPr>
          <a:xfrm>
            <a:off x="1436193" y="1298448"/>
            <a:ext cx="4215878" cy="1275917"/>
          </a:xfrm>
          <a:custGeom>
            <a:avLst/>
            <a:gdLst/>
            <a:ahLst/>
            <a:cxnLst/>
            <a:rect l="l" t="t" r="r" b="b"/>
            <a:pathLst>
              <a:path w="4215878" h="1275917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275917"/>
                </a:lnTo>
                <a:lnTo>
                  <a:pt x="3909156" y="1275917"/>
                </a:lnTo>
                <a:lnTo>
                  <a:pt x="3619726" y="1275917"/>
                </a:lnTo>
                <a:lnTo>
                  <a:pt x="3345118" y="1275917"/>
                </a:lnTo>
                <a:lnTo>
                  <a:pt x="3082860" y="1275917"/>
                </a:lnTo>
                <a:lnTo>
                  <a:pt x="2830484" y="1275917"/>
                </a:lnTo>
                <a:lnTo>
                  <a:pt x="2585518" y="1275917"/>
                </a:lnTo>
                <a:lnTo>
                  <a:pt x="2345493" y="1275917"/>
                </a:lnTo>
                <a:lnTo>
                  <a:pt x="2107939" y="1275917"/>
                </a:lnTo>
                <a:lnTo>
                  <a:pt x="1870384" y="1275917"/>
                </a:lnTo>
                <a:lnTo>
                  <a:pt x="1630359" y="1275917"/>
                </a:lnTo>
                <a:lnTo>
                  <a:pt x="1385393" y="1275917"/>
                </a:lnTo>
                <a:lnTo>
                  <a:pt x="1133017" y="1275917"/>
                </a:lnTo>
                <a:lnTo>
                  <a:pt x="870759" y="1275917"/>
                </a:lnTo>
                <a:lnTo>
                  <a:pt x="596151" y="1275917"/>
                </a:lnTo>
                <a:lnTo>
                  <a:pt x="306721" y="1275917"/>
                </a:lnTo>
                <a:lnTo>
                  <a:pt x="0" y="1275917"/>
                </a:lnTo>
                <a:close/>
              </a:path>
            </a:pathLst>
          </a:custGeom>
          <a:solidFill>
            <a:srgbClr val="17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6193" y="2574365"/>
            <a:ext cx="4215878" cy="2064202"/>
          </a:xfrm>
          <a:custGeom>
            <a:avLst/>
            <a:gdLst/>
            <a:ahLst/>
            <a:cxnLst/>
            <a:rect l="l" t="t" r="r" b="b"/>
            <a:pathLst>
              <a:path w="4215878" h="2064202">
                <a:moveTo>
                  <a:pt x="0" y="0"/>
                </a:moveTo>
                <a:lnTo>
                  <a:pt x="306721" y="16017"/>
                </a:lnTo>
                <a:lnTo>
                  <a:pt x="596151" y="61283"/>
                </a:lnTo>
                <a:lnTo>
                  <a:pt x="870759" y="131621"/>
                </a:lnTo>
                <a:lnTo>
                  <a:pt x="1133017" y="222850"/>
                </a:lnTo>
                <a:lnTo>
                  <a:pt x="1385393" y="330793"/>
                </a:lnTo>
                <a:lnTo>
                  <a:pt x="1630359" y="451272"/>
                </a:lnTo>
                <a:lnTo>
                  <a:pt x="1870384" y="580108"/>
                </a:lnTo>
                <a:lnTo>
                  <a:pt x="2107939" y="713122"/>
                </a:lnTo>
                <a:lnTo>
                  <a:pt x="2345493" y="846135"/>
                </a:lnTo>
                <a:lnTo>
                  <a:pt x="2585518" y="974971"/>
                </a:lnTo>
                <a:lnTo>
                  <a:pt x="2830484" y="1095450"/>
                </a:lnTo>
                <a:lnTo>
                  <a:pt x="3082860" y="1203393"/>
                </a:lnTo>
                <a:lnTo>
                  <a:pt x="3345118" y="1294622"/>
                </a:lnTo>
                <a:lnTo>
                  <a:pt x="3619726" y="1364960"/>
                </a:lnTo>
                <a:lnTo>
                  <a:pt x="3909156" y="1410226"/>
                </a:lnTo>
                <a:lnTo>
                  <a:pt x="4215878" y="1426244"/>
                </a:lnTo>
                <a:lnTo>
                  <a:pt x="4215878" y="2064202"/>
                </a:lnTo>
                <a:lnTo>
                  <a:pt x="3909156" y="2048184"/>
                </a:lnTo>
                <a:lnTo>
                  <a:pt x="3619726" y="2002918"/>
                </a:lnTo>
                <a:lnTo>
                  <a:pt x="3345118" y="1932580"/>
                </a:lnTo>
                <a:lnTo>
                  <a:pt x="3082860" y="1841351"/>
                </a:lnTo>
                <a:lnTo>
                  <a:pt x="2830484" y="1733408"/>
                </a:lnTo>
                <a:lnTo>
                  <a:pt x="2585518" y="1612929"/>
                </a:lnTo>
                <a:lnTo>
                  <a:pt x="2345493" y="1484093"/>
                </a:lnTo>
                <a:lnTo>
                  <a:pt x="2107939" y="1351080"/>
                </a:lnTo>
                <a:lnTo>
                  <a:pt x="1870384" y="1218066"/>
                </a:lnTo>
                <a:lnTo>
                  <a:pt x="1630359" y="1089230"/>
                </a:lnTo>
                <a:lnTo>
                  <a:pt x="1385393" y="968751"/>
                </a:lnTo>
                <a:lnTo>
                  <a:pt x="1133017" y="860808"/>
                </a:lnTo>
                <a:lnTo>
                  <a:pt x="870759" y="769579"/>
                </a:lnTo>
                <a:lnTo>
                  <a:pt x="596151" y="699241"/>
                </a:lnTo>
                <a:lnTo>
                  <a:pt x="306721" y="653975"/>
                </a:lnTo>
                <a:lnTo>
                  <a:pt x="0" y="637958"/>
                </a:lnTo>
                <a:close/>
              </a:path>
            </a:pathLst>
          </a:custGeom>
          <a:solidFill>
            <a:srgbClr val="17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6193" y="3212323"/>
            <a:ext cx="4215878" cy="2214529"/>
          </a:xfrm>
          <a:custGeom>
            <a:avLst/>
            <a:gdLst/>
            <a:ahLst/>
            <a:cxnLst/>
            <a:rect l="l" t="t" r="r" b="b"/>
            <a:pathLst>
              <a:path w="4215878" h="2214529">
                <a:moveTo>
                  <a:pt x="0" y="0"/>
                </a:moveTo>
                <a:lnTo>
                  <a:pt x="306721" y="22482"/>
                </a:lnTo>
                <a:lnTo>
                  <a:pt x="596151" y="86018"/>
                </a:lnTo>
                <a:lnTo>
                  <a:pt x="870759" y="184743"/>
                </a:lnTo>
                <a:lnTo>
                  <a:pt x="1133017" y="312793"/>
                </a:lnTo>
                <a:lnTo>
                  <a:pt x="1385393" y="464302"/>
                </a:lnTo>
                <a:lnTo>
                  <a:pt x="1630359" y="633406"/>
                </a:lnTo>
                <a:lnTo>
                  <a:pt x="1870384" y="814240"/>
                </a:lnTo>
                <a:lnTo>
                  <a:pt x="2107939" y="1000938"/>
                </a:lnTo>
                <a:lnTo>
                  <a:pt x="2345493" y="1187636"/>
                </a:lnTo>
                <a:lnTo>
                  <a:pt x="2585518" y="1368470"/>
                </a:lnTo>
                <a:lnTo>
                  <a:pt x="2830484" y="1537574"/>
                </a:lnTo>
                <a:lnTo>
                  <a:pt x="3082860" y="1689083"/>
                </a:lnTo>
                <a:lnTo>
                  <a:pt x="3345118" y="1817133"/>
                </a:lnTo>
                <a:lnTo>
                  <a:pt x="3619726" y="1915858"/>
                </a:lnTo>
                <a:lnTo>
                  <a:pt x="3909156" y="1979394"/>
                </a:lnTo>
                <a:lnTo>
                  <a:pt x="4215878" y="2001877"/>
                </a:lnTo>
                <a:lnTo>
                  <a:pt x="4215878" y="2214529"/>
                </a:lnTo>
                <a:lnTo>
                  <a:pt x="3909156" y="2192046"/>
                </a:lnTo>
                <a:lnTo>
                  <a:pt x="3619726" y="2128510"/>
                </a:lnTo>
                <a:lnTo>
                  <a:pt x="3345118" y="2029785"/>
                </a:lnTo>
                <a:lnTo>
                  <a:pt x="3082860" y="1901735"/>
                </a:lnTo>
                <a:lnTo>
                  <a:pt x="2830484" y="1750226"/>
                </a:lnTo>
                <a:lnTo>
                  <a:pt x="2585518" y="1581122"/>
                </a:lnTo>
                <a:lnTo>
                  <a:pt x="2345493" y="1400288"/>
                </a:lnTo>
                <a:lnTo>
                  <a:pt x="2107939" y="1213590"/>
                </a:lnTo>
                <a:lnTo>
                  <a:pt x="1870384" y="1026892"/>
                </a:lnTo>
                <a:lnTo>
                  <a:pt x="1630359" y="846058"/>
                </a:lnTo>
                <a:lnTo>
                  <a:pt x="1385393" y="676954"/>
                </a:lnTo>
                <a:lnTo>
                  <a:pt x="1133017" y="525445"/>
                </a:lnTo>
                <a:lnTo>
                  <a:pt x="870759" y="397395"/>
                </a:lnTo>
                <a:lnTo>
                  <a:pt x="596151" y="298670"/>
                </a:lnTo>
                <a:lnTo>
                  <a:pt x="306721" y="235134"/>
                </a:lnTo>
                <a:lnTo>
                  <a:pt x="0" y="212652"/>
                </a:lnTo>
                <a:close/>
              </a:path>
            </a:pathLst>
          </a:custGeom>
          <a:solidFill>
            <a:srgbClr val="17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436193" y="2574365"/>
            <a:ext cx="4215878" cy="1851550"/>
          </a:xfrm>
          <a:custGeom>
            <a:avLst/>
            <a:gdLst/>
            <a:ahLst/>
            <a:cxnLst/>
            <a:rect l="l" t="t" r="r" b="b"/>
            <a:pathLst>
              <a:path w="4215878" h="1851550">
                <a:moveTo>
                  <a:pt x="0" y="1000939"/>
                </a:moveTo>
                <a:lnTo>
                  <a:pt x="306721" y="989697"/>
                </a:lnTo>
                <a:lnTo>
                  <a:pt x="596151" y="957929"/>
                </a:lnTo>
                <a:lnTo>
                  <a:pt x="870759" y="908567"/>
                </a:lnTo>
                <a:lnTo>
                  <a:pt x="1133017" y="844542"/>
                </a:lnTo>
                <a:lnTo>
                  <a:pt x="1385393" y="768787"/>
                </a:lnTo>
                <a:lnTo>
                  <a:pt x="1630359" y="684235"/>
                </a:lnTo>
                <a:lnTo>
                  <a:pt x="1870384" y="593818"/>
                </a:lnTo>
                <a:lnTo>
                  <a:pt x="2107939" y="500469"/>
                </a:lnTo>
                <a:lnTo>
                  <a:pt x="2345493" y="407120"/>
                </a:lnTo>
                <a:lnTo>
                  <a:pt x="2585518" y="316703"/>
                </a:lnTo>
                <a:lnTo>
                  <a:pt x="2830484" y="232151"/>
                </a:lnTo>
                <a:lnTo>
                  <a:pt x="3082860" y="156396"/>
                </a:lnTo>
                <a:lnTo>
                  <a:pt x="3345118" y="92371"/>
                </a:lnTo>
                <a:lnTo>
                  <a:pt x="3619726" y="43009"/>
                </a:lnTo>
                <a:lnTo>
                  <a:pt x="3909156" y="11241"/>
                </a:lnTo>
                <a:lnTo>
                  <a:pt x="4215878" y="0"/>
                </a:lnTo>
                <a:lnTo>
                  <a:pt x="4215878" y="850611"/>
                </a:lnTo>
                <a:lnTo>
                  <a:pt x="3909156" y="861852"/>
                </a:lnTo>
                <a:lnTo>
                  <a:pt x="3619726" y="893620"/>
                </a:lnTo>
                <a:lnTo>
                  <a:pt x="3345118" y="942982"/>
                </a:lnTo>
                <a:lnTo>
                  <a:pt x="3082860" y="1007007"/>
                </a:lnTo>
                <a:lnTo>
                  <a:pt x="2830484" y="1082762"/>
                </a:lnTo>
                <a:lnTo>
                  <a:pt x="2585518" y="1167314"/>
                </a:lnTo>
                <a:lnTo>
                  <a:pt x="2345493" y="1257731"/>
                </a:lnTo>
                <a:lnTo>
                  <a:pt x="2107939" y="1351080"/>
                </a:lnTo>
                <a:lnTo>
                  <a:pt x="1870384" y="1444429"/>
                </a:lnTo>
                <a:lnTo>
                  <a:pt x="1630359" y="1534846"/>
                </a:lnTo>
                <a:lnTo>
                  <a:pt x="1385393" y="1619398"/>
                </a:lnTo>
                <a:lnTo>
                  <a:pt x="1133017" y="1695153"/>
                </a:lnTo>
                <a:lnTo>
                  <a:pt x="870759" y="1759178"/>
                </a:lnTo>
                <a:lnTo>
                  <a:pt x="596151" y="1808540"/>
                </a:lnTo>
                <a:lnTo>
                  <a:pt x="306721" y="1840308"/>
                </a:lnTo>
                <a:lnTo>
                  <a:pt x="0" y="1851550"/>
                </a:lnTo>
                <a:close/>
              </a:path>
            </a:pathLst>
          </a:custGeom>
          <a:solidFill>
            <a:srgbClr val="148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36193" y="4425915"/>
            <a:ext cx="4215878" cy="510365"/>
          </a:xfrm>
          <a:custGeom>
            <a:avLst/>
            <a:gdLst/>
            <a:ahLst/>
            <a:cxnLst/>
            <a:rect l="l" t="t" r="r" b="b"/>
            <a:pathLst>
              <a:path w="4215878" h="510365">
                <a:moveTo>
                  <a:pt x="0" y="0"/>
                </a:moveTo>
                <a:lnTo>
                  <a:pt x="306721" y="2388"/>
                </a:lnTo>
                <a:lnTo>
                  <a:pt x="596151" y="9137"/>
                </a:lnTo>
                <a:lnTo>
                  <a:pt x="870759" y="19624"/>
                </a:lnTo>
                <a:lnTo>
                  <a:pt x="1133017" y="33226"/>
                </a:lnTo>
                <a:lnTo>
                  <a:pt x="1385393" y="49321"/>
                </a:lnTo>
                <a:lnTo>
                  <a:pt x="1630359" y="67284"/>
                </a:lnTo>
                <a:lnTo>
                  <a:pt x="1870384" y="86493"/>
                </a:lnTo>
                <a:lnTo>
                  <a:pt x="2107939" y="106326"/>
                </a:lnTo>
                <a:lnTo>
                  <a:pt x="2345493" y="126158"/>
                </a:lnTo>
                <a:lnTo>
                  <a:pt x="2585518" y="145367"/>
                </a:lnTo>
                <a:lnTo>
                  <a:pt x="2830484" y="163330"/>
                </a:lnTo>
                <a:lnTo>
                  <a:pt x="3082860" y="179425"/>
                </a:lnTo>
                <a:lnTo>
                  <a:pt x="3345118" y="193027"/>
                </a:lnTo>
                <a:lnTo>
                  <a:pt x="3619726" y="203514"/>
                </a:lnTo>
                <a:lnTo>
                  <a:pt x="3909156" y="210263"/>
                </a:lnTo>
                <a:lnTo>
                  <a:pt x="4215878" y="212652"/>
                </a:lnTo>
                <a:lnTo>
                  <a:pt x="4215878" y="510365"/>
                </a:lnTo>
                <a:lnTo>
                  <a:pt x="3909156" y="507976"/>
                </a:lnTo>
                <a:lnTo>
                  <a:pt x="3619726" y="501227"/>
                </a:lnTo>
                <a:lnTo>
                  <a:pt x="3345118" y="490740"/>
                </a:lnTo>
                <a:lnTo>
                  <a:pt x="3082860" y="477138"/>
                </a:lnTo>
                <a:lnTo>
                  <a:pt x="2830484" y="461043"/>
                </a:lnTo>
                <a:lnTo>
                  <a:pt x="2585518" y="443080"/>
                </a:lnTo>
                <a:lnTo>
                  <a:pt x="2345493" y="423871"/>
                </a:lnTo>
                <a:lnTo>
                  <a:pt x="2107939" y="404039"/>
                </a:lnTo>
                <a:lnTo>
                  <a:pt x="1870384" y="384206"/>
                </a:lnTo>
                <a:lnTo>
                  <a:pt x="1630359" y="364997"/>
                </a:lnTo>
                <a:lnTo>
                  <a:pt x="1385393" y="347034"/>
                </a:lnTo>
                <a:lnTo>
                  <a:pt x="1133017" y="330939"/>
                </a:lnTo>
                <a:lnTo>
                  <a:pt x="870759" y="317337"/>
                </a:lnTo>
                <a:lnTo>
                  <a:pt x="596151" y="306850"/>
                </a:lnTo>
                <a:lnTo>
                  <a:pt x="306721" y="300101"/>
                </a:lnTo>
                <a:lnTo>
                  <a:pt x="0" y="297713"/>
                </a:lnTo>
                <a:close/>
              </a:path>
            </a:pathLst>
          </a:custGeom>
          <a:solidFill>
            <a:srgbClr val="148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36193" y="4723628"/>
            <a:ext cx="4215878" cy="830815"/>
          </a:xfrm>
          <a:custGeom>
            <a:avLst/>
            <a:gdLst/>
            <a:ahLst/>
            <a:cxnLst/>
            <a:rect l="l" t="t" r="r" b="b"/>
            <a:pathLst>
              <a:path w="4215878" h="830815">
                <a:moveTo>
                  <a:pt x="0" y="0"/>
                </a:moveTo>
                <a:lnTo>
                  <a:pt x="306721" y="7897"/>
                </a:lnTo>
                <a:lnTo>
                  <a:pt x="596151" y="30216"/>
                </a:lnTo>
                <a:lnTo>
                  <a:pt x="870759" y="64897"/>
                </a:lnTo>
                <a:lnTo>
                  <a:pt x="1133017" y="109878"/>
                </a:lnTo>
                <a:lnTo>
                  <a:pt x="1385393" y="163101"/>
                </a:lnTo>
                <a:lnTo>
                  <a:pt x="1630359" y="222504"/>
                </a:lnTo>
                <a:lnTo>
                  <a:pt x="1870384" y="286028"/>
                </a:lnTo>
                <a:lnTo>
                  <a:pt x="2107939" y="351612"/>
                </a:lnTo>
                <a:lnTo>
                  <a:pt x="2345493" y="417195"/>
                </a:lnTo>
                <a:lnTo>
                  <a:pt x="2585518" y="480719"/>
                </a:lnTo>
                <a:lnTo>
                  <a:pt x="2830484" y="540122"/>
                </a:lnTo>
                <a:lnTo>
                  <a:pt x="3082860" y="593345"/>
                </a:lnTo>
                <a:lnTo>
                  <a:pt x="3345118" y="638326"/>
                </a:lnTo>
                <a:lnTo>
                  <a:pt x="3619726" y="673007"/>
                </a:lnTo>
                <a:lnTo>
                  <a:pt x="3909156" y="695326"/>
                </a:lnTo>
                <a:lnTo>
                  <a:pt x="4215878" y="703224"/>
                </a:lnTo>
                <a:lnTo>
                  <a:pt x="4215878" y="830815"/>
                </a:lnTo>
                <a:lnTo>
                  <a:pt x="3909156" y="822917"/>
                </a:lnTo>
                <a:lnTo>
                  <a:pt x="3619726" y="800598"/>
                </a:lnTo>
                <a:lnTo>
                  <a:pt x="3345118" y="765917"/>
                </a:lnTo>
                <a:lnTo>
                  <a:pt x="3082860" y="720936"/>
                </a:lnTo>
                <a:lnTo>
                  <a:pt x="2830484" y="667713"/>
                </a:lnTo>
                <a:lnTo>
                  <a:pt x="2585518" y="608310"/>
                </a:lnTo>
                <a:lnTo>
                  <a:pt x="2345493" y="544786"/>
                </a:lnTo>
                <a:lnTo>
                  <a:pt x="2107939" y="479203"/>
                </a:lnTo>
                <a:lnTo>
                  <a:pt x="1870384" y="413619"/>
                </a:lnTo>
                <a:lnTo>
                  <a:pt x="1630359" y="350095"/>
                </a:lnTo>
                <a:lnTo>
                  <a:pt x="1385393" y="290692"/>
                </a:lnTo>
                <a:lnTo>
                  <a:pt x="1133017" y="237469"/>
                </a:lnTo>
                <a:lnTo>
                  <a:pt x="870759" y="192488"/>
                </a:lnTo>
                <a:lnTo>
                  <a:pt x="596151" y="157807"/>
                </a:lnTo>
                <a:lnTo>
                  <a:pt x="306721" y="135488"/>
                </a:lnTo>
                <a:lnTo>
                  <a:pt x="0" y="127591"/>
                </a:lnTo>
                <a:close/>
              </a:path>
            </a:pathLst>
          </a:custGeom>
          <a:solidFill>
            <a:srgbClr val="148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36193" y="3424976"/>
            <a:ext cx="4215878" cy="2001877"/>
          </a:xfrm>
          <a:custGeom>
            <a:avLst/>
            <a:gdLst/>
            <a:ahLst/>
            <a:cxnLst/>
            <a:rect l="l" t="t" r="r" b="b"/>
            <a:pathLst>
              <a:path w="4215878" h="2001877">
                <a:moveTo>
                  <a:pt x="0" y="1576572"/>
                </a:moveTo>
                <a:lnTo>
                  <a:pt x="306721" y="1558866"/>
                </a:lnTo>
                <a:lnTo>
                  <a:pt x="596151" y="1508828"/>
                </a:lnTo>
                <a:lnTo>
                  <a:pt x="870759" y="1431077"/>
                </a:lnTo>
                <a:lnTo>
                  <a:pt x="1133017" y="1330232"/>
                </a:lnTo>
                <a:lnTo>
                  <a:pt x="1385393" y="1210911"/>
                </a:lnTo>
                <a:lnTo>
                  <a:pt x="1630359" y="1077734"/>
                </a:lnTo>
                <a:lnTo>
                  <a:pt x="1870384" y="935319"/>
                </a:lnTo>
                <a:lnTo>
                  <a:pt x="2107939" y="788286"/>
                </a:lnTo>
                <a:lnTo>
                  <a:pt x="2345493" y="641252"/>
                </a:lnTo>
                <a:lnTo>
                  <a:pt x="2585518" y="498837"/>
                </a:lnTo>
                <a:lnTo>
                  <a:pt x="2830484" y="365660"/>
                </a:lnTo>
                <a:lnTo>
                  <a:pt x="3082860" y="246339"/>
                </a:lnTo>
                <a:lnTo>
                  <a:pt x="3345118" y="145494"/>
                </a:lnTo>
                <a:lnTo>
                  <a:pt x="3619726" y="67743"/>
                </a:lnTo>
                <a:lnTo>
                  <a:pt x="3909156" y="17705"/>
                </a:lnTo>
                <a:lnTo>
                  <a:pt x="4215878" y="0"/>
                </a:lnTo>
                <a:lnTo>
                  <a:pt x="4215878" y="425305"/>
                </a:lnTo>
                <a:lnTo>
                  <a:pt x="3909156" y="443010"/>
                </a:lnTo>
                <a:lnTo>
                  <a:pt x="3619726" y="493048"/>
                </a:lnTo>
                <a:lnTo>
                  <a:pt x="3345118" y="570799"/>
                </a:lnTo>
                <a:lnTo>
                  <a:pt x="3082860" y="671644"/>
                </a:lnTo>
                <a:lnTo>
                  <a:pt x="2830484" y="790965"/>
                </a:lnTo>
                <a:lnTo>
                  <a:pt x="2585518" y="924142"/>
                </a:lnTo>
                <a:lnTo>
                  <a:pt x="2345493" y="1066557"/>
                </a:lnTo>
                <a:lnTo>
                  <a:pt x="2107939" y="1213591"/>
                </a:lnTo>
                <a:lnTo>
                  <a:pt x="1870384" y="1360624"/>
                </a:lnTo>
                <a:lnTo>
                  <a:pt x="1630359" y="1503039"/>
                </a:lnTo>
                <a:lnTo>
                  <a:pt x="1385393" y="1636216"/>
                </a:lnTo>
                <a:lnTo>
                  <a:pt x="1133017" y="1755537"/>
                </a:lnTo>
                <a:lnTo>
                  <a:pt x="870759" y="1856382"/>
                </a:lnTo>
                <a:lnTo>
                  <a:pt x="596151" y="1934133"/>
                </a:lnTo>
                <a:lnTo>
                  <a:pt x="306721" y="1984171"/>
                </a:lnTo>
                <a:lnTo>
                  <a:pt x="0" y="2001877"/>
                </a:lnTo>
                <a:close/>
              </a:path>
            </a:pathLst>
          </a:custGeom>
          <a:solidFill>
            <a:srgbClr val="117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36193" y="4936280"/>
            <a:ext cx="4215878" cy="618164"/>
          </a:xfrm>
          <a:custGeom>
            <a:avLst/>
            <a:gdLst/>
            <a:ahLst/>
            <a:cxnLst/>
            <a:rect l="l" t="t" r="r" b="b"/>
            <a:pathLst>
              <a:path w="4215878" h="618164">
                <a:moveTo>
                  <a:pt x="0" y="490573"/>
                </a:moveTo>
                <a:lnTo>
                  <a:pt x="306721" y="485063"/>
                </a:lnTo>
                <a:lnTo>
                  <a:pt x="596151" y="469493"/>
                </a:lnTo>
                <a:lnTo>
                  <a:pt x="870759" y="445300"/>
                </a:lnTo>
                <a:lnTo>
                  <a:pt x="1133017" y="413920"/>
                </a:lnTo>
                <a:lnTo>
                  <a:pt x="1385393" y="376792"/>
                </a:lnTo>
                <a:lnTo>
                  <a:pt x="1630359" y="335352"/>
                </a:lnTo>
                <a:lnTo>
                  <a:pt x="1870384" y="291038"/>
                </a:lnTo>
                <a:lnTo>
                  <a:pt x="2107939" y="245286"/>
                </a:lnTo>
                <a:lnTo>
                  <a:pt x="2345493" y="199534"/>
                </a:lnTo>
                <a:lnTo>
                  <a:pt x="2585518" y="155220"/>
                </a:lnTo>
                <a:lnTo>
                  <a:pt x="2830484" y="113780"/>
                </a:lnTo>
                <a:lnTo>
                  <a:pt x="3082860" y="76652"/>
                </a:lnTo>
                <a:lnTo>
                  <a:pt x="3345118" y="45272"/>
                </a:lnTo>
                <a:lnTo>
                  <a:pt x="3619726" y="21079"/>
                </a:lnTo>
                <a:lnTo>
                  <a:pt x="3909156" y="5509"/>
                </a:lnTo>
                <a:lnTo>
                  <a:pt x="4215878" y="0"/>
                </a:lnTo>
                <a:lnTo>
                  <a:pt x="4215878" y="127591"/>
                </a:lnTo>
                <a:lnTo>
                  <a:pt x="3909156" y="133100"/>
                </a:lnTo>
                <a:lnTo>
                  <a:pt x="3619726" y="148670"/>
                </a:lnTo>
                <a:lnTo>
                  <a:pt x="3345118" y="172863"/>
                </a:lnTo>
                <a:lnTo>
                  <a:pt x="3082860" y="204243"/>
                </a:lnTo>
                <a:lnTo>
                  <a:pt x="2830484" y="241371"/>
                </a:lnTo>
                <a:lnTo>
                  <a:pt x="2585518" y="282811"/>
                </a:lnTo>
                <a:lnTo>
                  <a:pt x="2345493" y="327125"/>
                </a:lnTo>
                <a:lnTo>
                  <a:pt x="2107939" y="372877"/>
                </a:lnTo>
                <a:lnTo>
                  <a:pt x="1870384" y="418629"/>
                </a:lnTo>
                <a:lnTo>
                  <a:pt x="1630359" y="462943"/>
                </a:lnTo>
                <a:lnTo>
                  <a:pt x="1385393" y="504383"/>
                </a:lnTo>
                <a:lnTo>
                  <a:pt x="1133017" y="541511"/>
                </a:lnTo>
                <a:lnTo>
                  <a:pt x="870759" y="572891"/>
                </a:lnTo>
                <a:lnTo>
                  <a:pt x="596151" y="597084"/>
                </a:lnTo>
                <a:lnTo>
                  <a:pt x="306721" y="612654"/>
                </a:lnTo>
                <a:lnTo>
                  <a:pt x="0" y="618164"/>
                </a:lnTo>
                <a:close/>
              </a:path>
            </a:pathLst>
          </a:custGeom>
          <a:solidFill>
            <a:srgbClr val="117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36193" y="5554443"/>
            <a:ext cx="4215878" cy="297714"/>
          </a:xfrm>
          <a:custGeom>
            <a:avLst/>
            <a:gdLst/>
            <a:ahLst/>
            <a:cxnLst/>
            <a:rect l="l" t="t" r="r" b="b"/>
            <a:pathLst>
              <a:path w="4215878" h="297714">
                <a:moveTo>
                  <a:pt x="0" y="1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297713"/>
                </a:lnTo>
                <a:lnTo>
                  <a:pt x="3909156" y="297713"/>
                </a:lnTo>
                <a:lnTo>
                  <a:pt x="3619726" y="297713"/>
                </a:lnTo>
                <a:lnTo>
                  <a:pt x="3345118" y="297713"/>
                </a:lnTo>
                <a:lnTo>
                  <a:pt x="3082860" y="297713"/>
                </a:lnTo>
                <a:lnTo>
                  <a:pt x="2830484" y="297713"/>
                </a:lnTo>
                <a:lnTo>
                  <a:pt x="2585518" y="297713"/>
                </a:lnTo>
                <a:lnTo>
                  <a:pt x="2345493" y="297713"/>
                </a:lnTo>
                <a:lnTo>
                  <a:pt x="2107939" y="297713"/>
                </a:lnTo>
                <a:lnTo>
                  <a:pt x="1870384" y="297713"/>
                </a:lnTo>
                <a:lnTo>
                  <a:pt x="1630359" y="297713"/>
                </a:lnTo>
                <a:lnTo>
                  <a:pt x="1385393" y="297713"/>
                </a:lnTo>
                <a:lnTo>
                  <a:pt x="1133017" y="297713"/>
                </a:lnTo>
                <a:lnTo>
                  <a:pt x="870759" y="297713"/>
                </a:lnTo>
                <a:lnTo>
                  <a:pt x="596151" y="297713"/>
                </a:lnTo>
                <a:lnTo>
                  <a:pt x="306721" y="297713"/>
                </a:lnTo>
                <a:lnTo>
                  <a:pt x="0" y="297714"/>
                </a:lnTo>
                <a:close/>
              </a:path>
            </a:pathLst>
          </a:custGeom>
          <a:solidFill>
            <a:srgbClr val="117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39624" y="1298448"/>
            <a:ext cx="4215878" cy="1056812"/>
          </a:xfrm>
          <a:custGeom>
            <a:avLst/>
            <a:gdLst/>
            <a:ahLst/>
            <a:cxnLst/>
            <a:rect l="l" t="t" r="r" b="b"/>
            <a:pathLst>
              <a:path w="4215878" h="1056812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056812"/>
                </a:lnTo>
                <a:lnTo>
                  <a:pt x="3909156" y="1056406"/>
                </a:lnTo>
                <a:lnTo>
                  <a:pt x="3619726" y="1055261"/>
                </a:lnTo>
                <a:lnTo>
                  <a:pt x="3345118" y="1053482"/>
                </a:lnTo>
                <a:lnTo>
                  <a:pt x="3082860" y="1051174"/>
                </a:lnTo>
                <a:lnTo>
                  <a:pt x="2830484" y="1048444"/>
                </a:lnTo>
                <a:lnTo>
                  <a:pt x="2585518" y="1045396"/>
                </a:lnTo>
                <a:lnTo>
                  <a:pt x="2345493" y="1042137"/>
                </a:lnTo>
                <a:lnTo>
                  <a:pt x="2107939" y="1038772"/>
                </a:lnTo>
                <a:lnTo>
                  <a:pt x="1870384" y="1035407"/>
                </a:lnTo>
                <a:lnTo>
                  <a:pt x="1630359" y="1032148"/>
                </a:lnTo>
                <a:lnTo>
                  <a:pt x="1385393" y="1029100"/>
                </a:lnTo>
                <a:lnTo>
                  <a:pt x="1133017" y="1026370"/>
                </a:lnTo>
                <a:lnTo>
                  <a:pt x="870759" y="1024062"/>
                </a:lnTo>
                <a:lnTo>
                  <a:pt x="596151" y="1022283"/>
                </a:lnTo>
                <a:lnTo>
                  <a:pt x="306721" y="1021138"/>
                </a:lnTo>
                <a:lnTo>
                  <a:pt x="0" y="1020733"/>
                </a:lnTo>
                <a:close/>
              </a:path>
            </a:pathLst>
          </a:custGeom>
          <a:solidFill>
            <a:srgbClr val="17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39624" y="2319181"/>
            <a:ext cx="4215878" cy="2123895"/>
          </a:xfrm>
          <a:custGeom>
            <a:avLst/>
            <a:gdLst/>
            <a:ahLst/>
            <a:cxnLst/>
            <a:rect l="l" t="t" r="r" b="b"/>
            <a:pathLst>
              <a:path w="4215878" h="2123895">
                <a:moveTo>
                  <a:pt x="0" y="0"/>
                </a:moveTo>
                <a:lnTo>
                  <a:pt x="306721" y="6049"/>
                </a:lnTo>
                <a:lnTo>
                  <a:pt x="596151" y="23146"/>
                </a:lnTo>
                <a:lnTo>
                  <a:pt x="870759" y="49711"/>
                </a:lnTo>
                <a:lnTo>
                  <a:pt x="1133017" y="84168"/>
                </a:lnTo>
                <a:lnTo>
                  <a:pt x="1385393" y="124937"/>
                </a:lnTo>
                <a:lnTo>
                  <a:pt x="1630359" y="170440"/>
                </a:lnTo>
                <a:lnTo>
                  <a:pt x="1870384" y="219100"/>
                </a:lnTo>
                <a:lnTo>
                  <a:pt x="2107939" y="269338"/>
                </a:lnTo>
                <a:lnTo>
                  <a:pt x="2345493" y="319576"/>
                </a:lnTo>
                <a:lnTo>
                  <a:pt x="2585518" y="368236"/>
                </a:lnTo>
                <a:lnTo>
                  <a:pt x="2830484" y="413739"/>
                </a:lnTo>
                <a:lnTo>
                  <a:pt x="3082860" y="454508"/>
                </a:lnTo>
                <a:lnTo>
                  <a:pt x="3345118" y="488965"/>
                </a:lnTo>
                <a:lnTo>
                  <a:pt x="3619726" y="515530"/>
                </a:lnTo>
                <a:lnTo>
                  <a:pt x="3909156" y="532627"/>
                </a:lnTo>
                <a:lnTo>
                  <a:pt x="4215878" y="538677"/>
                </a:lnTo>
                <a:lnTo>
                  <a:pt x="4215878" y="2123895"/>
                </a:lnTo>
                <a:lnTo>
                  <a:pt x="3909156" y="2117237"/>
                </a:lnTo>
                <a:lnTo>
                  <a:pt x="3619726" y="2098423"/>
                </a:lnTo>
                <a:lnTo>
                  <a:pt x="3345118" y="2069188"/>
                </a:lnTo>
                <a:lnTo>
                  <a:pt x="3082860" y="2031270"/>
                </a:lnTo>
                <a:lnTo>
                  <a:pt x="2830484" y="1986405"/>
                </a:lnTo>
                <a:lnTo>
                  <a:pt x="2585518" y="1936330"/>
                </a:lnTo>
                <a:lnTo>
                  <a:pt x="2345493" y="1882782"/>
                </a:lnTo>
                <a:lnTo>
                  <a:pt x="2107939" y="1827497"/>
                </a:lnTo>
                <a:lnTo>
                  <a:pt x="1870384" y="1772212"/>
                </a:lnTo>
                <a:lnTo>
                  <a:pt x="1630359" y="1718664"/>
                </a:lnTo>
                <a:lnTo>
                  <a:pt x="1385393" y="1668589"/>
                </a:lnTo>
                <a:lnTo>
                  <a:pt x="1133017" y="1623724"/>
                </a:lnTo>
                <a:lnTo>
                  <a:pt x="870759" y="1585806"/>
                </a:lnTo>
                <a:lnTo>
                  <a:pt x="596151" y="1556571"/>
                </a:lnTo>
                <a:lnTo>
                  <a:pt x="306721" y="1537757"/>
                </a:lnTo>
                <a:lnTo>
                  <a:pt x="0" y="1531100"/>
                </a:lnTo>
                <a:close/>
              </a:path>
            </a:pathLst>
          </a:custGeom>
          <a:solidFill>
            <a:srgbClr val="17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539624" y="2355260"/>
            <a:ext cx="4215878" cy="1900532"/>
          </a:xfrm>
          <a:custGeom>
            <a:avLst/>
            <a:gdLst/>
            <a:ahLst/>
            <a:cxnLst/>
            <a:rect l="l" t="t" r="r" b="b"/>
            <a:pathLst>
              <a:path w="4215878" h="1900532">
                <a:moveTo>
                  <a:pt x="0" y="1645349"/>
                </a:moveTo>
                <a:lnTo>
                  <a:pt x="306721" y="1626870"/>
                </a:lnTo>
                <a:lnTo>
                  <a:pt x="596151" y="1574650"/>
                </a:lnTo>
                <a:lnTo>
                  <a:pt x="870759" y="1493507"/>
                </a:lnTo>
                <a:lnTo>
                  <a:pt x="1133017" y="1388263"/>
                </a:lnTo>
                <a:lnTo>
                  <a:pt x="1385393" y="1263737"/>
                </a:lnTo>
                <a:lnTo>
                  <a:pt x="1630359" y="1124750"/>
                </a:lnTo>
                <a:lnTo>
                  <a:pt x="1870384" y="976122"/>
                </a:lnTo>
                <a:lnTo>
                  <a:pt x="2107939" y="822674"/>
                </a:lnTo>
                <a:lnTo>
                  <a:pt x="2345493" y="669226"/>
                </a:lnTo>
                <a:lnTo>
                  <a:pt x="2585518" y="520598"/>
                </a:lnTo>
                <a:lnTo>
                  <a:pt x="2830484" y="381611"/>
                </a:lnTo>
                <a:lnTo>
                  <a:pt x="3082860" y="257085"/>
                </a:lnTo>
                <a:lnTo>
                  <a:pt x="3345118" y="151841"/>
                </a:lnTo>
                <a:lnTo>
                  <a:pt x="3619726" y="70698"/>
                </a:lnTo>
                <a:lnTo>
                  <a:pt x="3909156" y="18478"/>
                </a:lnTo>
                <a:lnTo>
                  <a:pt x="4215878" y="0"/>
                </a:lnTo>
                <a:lnTo>
                  <a:pt x="4215878" y="264203"/>
                </a:lnTo>
                <a:lnTo>
                  <a:pt x="3909156" y="282579"/>
                </a:lnTo>
                <a:lnTo>
                  <a:pt x="3619726" y="334514"/>
                </a:lnTo>
                <a:lnTo>
                  <a:pt x="3345118" y="415211"/>
                </a:lnTo>
                <a:lnTo>
                  <a:pt x="3082860" y="519879"/>
                </a:lnTo>
                <a:lnTo>
                  <a:pt x="2830484" y="643722"/>
                </a:lnTo>
                <a:lnTo>
                  <a:pt x="2585518" y="781947"/>
                </a:lnTo>
                <a:lnTo>
                  <a:pt x="2345493" y="929760"/>
                </a:lnTo>
                <a:lnTo>
                  <a:pt x="2107939" y="1082367"/>
                </a:lnTo>
                <a:lnTo>
                  <a:pt x="1870384" y="1234974"/>
                </a:lnTo>
                <a:lnTo>
                  <a:pt x="1630359" y="1382787"/>
                </a:lnTo>
                <a:lnTo>
                  <a:pt x="1385393" y="1521012"/>
                </a:lnTo>
                <a:lnTo>
                  <a:pt x="1133017" y="1644855"/>
                </a:lnTo>
                <a:lnTo>
                  <a:pt x="870759" y="1749523"/>
                </a:lnTo>
                <a:lnTo>
                  <a:pt x="596151" y="1830220"/>
                </a:lnTo>
                <a:lnTo>
                  <a:pt x="306721" y="1882155"/>
                </a:lnTo>
                <a:lnTo>
                  <a:pt x="0" y="1900532"/>
                </a:lnTo>
                <a:close/>
              </a:path>
            </a:pathLst>
          </a:custGeom>
          <a:solidFill>
            <a:srgbClr val="148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539624" y="4255792"/>
            <a:ext cx="4215878" cy="1023926"/>
          </a:xfrm>
          <a:custGeom>
            <a:avLst/>
            <a:gdLst/>
            <a:ahLst/>
            <a:cxnLst/>
            <a:rect l="l" t="t" r="r" b="b"/>
            <a:pathLst>
              <a:path w="4215878" h="1023926">
                <a:moveTo>
                  <a:pt x="0" y="0"/>
                </a:moveTo>
                <a:lnTo>
                  <a:pt x="306721" y="2103"/>
                </a:lnTo>
                <a:lnTo>
                  <a:pt x="596151" y="8047"/>
                </a:lnTo>
                <a:lnTo>
                  <a:pt x="870759" y="17283"/>
                </a:lnTo>
                <a:lnTo>
                  <a:pt x="1133017" y="29263"/>
                </a:lnTo>
                <a:lnTo>
                  <a:pt x="1385393" y="43437"/>
                </a:lnTo>
                <a:lnTo>
                  <a:pt x="1630359" y="59257"/>
                </a:lnTo>
                <a:lnTo>
                  <a:pt x="1870384" y="76175"/>
                </a:lnTo>
                <a:lnTo>
                  <a:pt x="2107939" y="93642"/>
                </a:lnTo>
                <a:lnTo>
                  <a:pt x="2345493" y="111108"/>
                </a:lnTo>
                <a:lnTo>
                  <a:pt x="2585518" y="128026"/>
                </a:lnTo>
                <a:lnTo>
                  <a:pt x="2830484" y="143846"/>
                </a:lnTo>
                <a:lnTo>
                  <a:pt x="3082860" y="158020"/>
                </a:lnTo>
                <a:lnTo>
                  <a:pt x="3345118" y="170000"/>
                </a:lnTo>
                <a:lnTo>
                  <a:pt x="3619726" y="179236"/>
                </a:lnTo>
                <a:lnTo>
                  <a:pt x="3909156" y="185180"/>
                </a:lnTo>
                <a:lnTo>
                  <a:pt x="4215878" y="187284"/>
                </a:lnTo>
                <a:lnTo>
                  <a:pt x="4215878" y="1023926"/>
                </a:lnTo>
                <a:lnTo>
                  <a:pt x="3909156" y="1021501"/>
                </a:lnTo>
                <a:lnTo>
                  <a:pt x="3619726" y="1014651"/>
                </a:lnTo>
                <a:lnTo>
                  <a:pt x="3345118" y="1004006"/>
                </a:lnTo>
                <a:lnTo>
                  <a:pt x="3082860" y="990200"/>
                </a:lnTo>
                <a:lnTo>
                  <a:pt x="2830484" y="973864"/>
                </a:lnTo>
                <a:lnTo>
                  <a:pt x="2585518" y="955630"/>
                </a:lnTo>
                <a:lnTo>
                  <a:pt x="2345493" y="936133"/>
                </a:lnTo>
                <a:lnTo>
                  <a:pt x="2107939" y="916003"/>
                </a:lnTo>
                <a:lnTo>
                  <a:pt x="1870384" y="895872"/>
                </a:lnTo>
                <a:lnTo>
                  <a:pt x="1630359" y="876375"/>
                </a:lnTo>
                <a:lnTo>
                  <a:pt x="1385393" y="858141"/>
                </a:lnTo>
                <a:lnTo>
                  <a:pt x="1133017" y="841805"/>
                </a:lnTo>
                <a:lnTo>
                  <a:pt x="870759" y="827999"/>
                </a:lnTo>
                <a:lnTo>
                  <a:pt x="596151" y="817354"/>
                </a:lnTo>
                <a:lnTo>
                  <a:pt x="306721" y="810504"/>
                </a:lnTo>
                <a:lnTo>
                  <a:pt x="0" y="808080"/>
                </a:lnTo>
                <a:close/>
              </a:path>
            </a:pathLst>
          </a:custGeom>
          <a:solidFill>
            <a:srgbClr val="148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39624" y="2619463"/>
            <a:ext cx="4215878" cy="2679798"/>
          </a:xfrm>
          <a:custGeom>
            <a:avLst/>
            <a:gdLst/>
            <a:ahLst/>
            <a:cxnLst/>
            <a:rect l="l" t="t" r="r" b="b"/>
            <a:pathLst>
              <a:path w="4215878" h="2679798">
                <a:moveTo>
                  <a:pt x="0" y="2594737"/>
                </a:moveTo>
                <a:lnTo>
                  <a:pt x="306721" y="2565596"/>
                </a:lnTo>
                <a:lnTo>
                  <a:pt x="596151" y="2483244"/>
                </a:lnTo>
                <a:lnTo>
                  <a:pt x="870759" y="2355281"/>
                </a:lnTo>
                <a:lnTo>
                  <a:pt x="1133017" y="2189309"/>
                </a:lnTo>
                <a:lnTo>
                  <a:pt x="1385393" y="1992930"/>
                </a:lnTo>
                <a:lnTo>
                  <a:pt x="1630359" y="1773745"/>
                </a:lnTo>
                <a:lnTo>
                  <a:pt x="1870384" y="1539358"/>
                </a:lnTo>
                <a:lnTo>
                  <a:pt x="2107939" y="1297368"/>
                </a:lnTo>
                <a:lnTo>
                  <a:pt x="2345493" y="1055378"/>
                </a:lnTo>
                <a:lnTo>
                  <a:pt x="2585518" y="820991"/>
                </a:lnTo>
                <a:lnTo>
                  <a:pt x="2830484" y="601806"/>
                </a:lnTo>
                <a:lnTo>
                  <a:pt x="3082860" y="405427"/>
                </a:lnTo>
                <a:lnTo>
                  <a:pt x="3345118" y="239455"/>
                </a:lnTo>
                <a:lnTo>
                  <a:pt x="3619726" y="111492"/>
                </a:lnTo>
                <a:lnTo>
                  <a:pt x="3909156" y="29140"/>
                </a:lnTo>
                <a:lnTo>
                  <a:pt x="4215878" y="0"/>
                </a:lnTo>
                <a:lnTo>
                  <a:pt x="4215878" y="88067"/>
                </a:lnTo>
                <a:lnTo>
                  <a:pt x="3909156" y="117173"/>
                </a:lnTo>
                <a:lnTo>
                  <a:pt x="3619726" y="199430"/>
                </a:lnTo>
                <a:lnTo>
                  <a:pt x="3345118" y="327245"/>
                </a:lnTo>
                <a:lnTo>
                  <a:pt x="3082860" y="493024"/>
                </a:lnTo>
                <a:lnTo>
                  <a:pt x="2830484" y="689176"/>
                </a:lnTo>
                <a:lnTo>
                  <a:pt x="2585518" y="908106"/>
                </a:lnTo>
                <a:lnTo>
                  <a:pt x="2345493" y="1142223"/>
                </a:lnTo>
                <a:lnTo>
                  <a:pt x="2107939" y="1383932"/>
                </a:lnTo>
                <a:lnTo>
                  <a:pt x="1870384" y="1625641"/>
                </a:lnTo>
                <a:lnTo>
                  <a:pt x="1630359" y="1859758"/>
                </a:lnTo>
                <a:lnTo>
                  <a:pt x="1385393" y="2078688"/>
                </a:lnTo>
                <a:lnTo>
                  <a:pt x="1133017" y="2274840"/>
                </a:lnTo>
                <a:lnTo>
                  <a:pt x="870759" y="2440619"/>
                </a:lnTo>
                <a:lnTo>
                  <a:pt x="596151" y="2568434"/>
                </a:lnTo>
                <a:lnTo>
                  <a:pt x="306721" y="2650691"/>
                </a:lnTo>
                <a:lnTo>
                  <a:pt x="0" y="2679798"/>
                </a:lnTo>
                <a:close/>
              </a:path>
            </a:pathLst>
          </a:custGeom>
          <a:solidFill>
            <a:srgbClr val="117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39624" y="5279718"/>
            <a:ext cx="4215878" cy="572439"/>
          </a:xfrm>
          <a:custGeom>
            <a:avLst/>
            <a:gdLst/>
            <a:ahLst/>
            <a:cxnLst/>
            <a:rect l="l" t="t" r="r" b="b"/>
            <a:pathLst>
              <a:path w="4215878" h="572439">
                <a:moveTo>
                  <a:pt x="0" y="19543"/>
                </a:moveTo>
                <a:lnTo>
                  <a:pt x="306721" y="19323"/>
                </a:lnTo>
                <a:lnTo>
                  <a:pt x="596151" y="18703"/>
                </a:lnTo>
                <a:lnTo>
                  <a:pt x="870759" y="17739"/>
                </a:lnTo>
                <a:lnTo>
                  <a:pt x="1133017" y="16489"/>
                </a:lnTo>
                <a:lnTo>
                  <a:pt x="1385393" y="15010"/>
                </a:lnTo>
                <a:lnTo>
                  <a:pt x="1630359" y="13359"/>
                </a:lnTo>
                <a:lnTo>
                  <a:pt x="1870384" y="11594"/>
                </a:lnTo>
                <a:lnTo>
                  <a:pt x="2107939" y="9771"/>
                </a:lnTo>
                <a:lnTo>
                  <a:pt x="2345493" y="7948"/>
                </a:lnTo>
                <a:lnTo>
                  <a:pt x="2585518" y="6183"/>
                </a:lnTo>
                <a:lnTo>
                  <a:pt x="2830484" y="4532"/>
                </a:lnTo>
                <a:lnTo>
                  <a:pt x="3082860" y="3053"/>
                </a:lnTo>
                <a:lnTo>
                  <a:pt x="3345118" y="1803"/>
                </a:lnTo>
                <a:lnTo>
                  <a:pt x="3619726" y="839"/>
                </a:lnTo>
                <a:lnTo>
                  <a:pt x="3909156" y="219"/>
                </a:lnTo>
                <a:lnTo>
                  <a:pt x="4215878" y="0"/>
                </a:lnTo>
                <a:lnTo>
                  <a:pt x="4215878" y="572439"/>
                </a:lnTo>
                <a:lnTo>
                  <a:pt x="3909156" y="572439"/>
                </a:lnTo>
                <a:lnTo>
                  <a:pt x="3619726" y="572439"/>
                </a:lnTo>
                <a:lnTo>
                  <a:pt x="3345118" y="572439"/>
                </a:lnTo>
                <a:lnTo>
                  <a:pt x="3082860" y="572439"/>
                </a:lnTo>
                <a:lnTo>
                  <a:pt x="2830484" y="572439"/>
                </a:lnTo>
                <a:lnTo>
                  <a:pt x="2585518" y="572439"/>
                </a:lnTo>
                <a:lnTo>
                  <a:pt x="2345493" y="572439"/>
                </a:lnTo>
                <a:lnTo>
                  <a:pt x="2107939" y="572439"/>
                </a:lnTo>
                <a:lnTo>
                  <a:pt x="1870384" y="572439"/>
                </a:lnTo>
                <a:lnTo>
                  <a:pt x="1630359" y="572439"/>
                </a:lnTo>
                <a:lnTo>
                  <a:pt x="1385393" y="572439"/>
                </a:lnTo>
                <a:lnTo>
                  <a:pt x="1133017" y="572439"/>
                </a:lnTo>
                <a:lnTo>
                  <a:pt x="870759" y="572439"/>
                </a:lnTo>
                <a:lnTo>
                  <a:pt x="596151" y="572439"/>
                </a:lnTo>
                <a:lnTo>
                  <a:pt x="306721" y="572439"/>
                </a:lnTo>
                <a:lnTo>
                  <a:pt x="0" y="572439"/>
                </a:lnTo>
                <a:close/>
              </a:path>
            </a:pathLst>
          </a:custGeom>
          <a:solidFill>
            <a:srgbClr val="117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298448"/>
            <a:ext cx="887553" cy="2126529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33112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Organic (5,000)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75304"/>
            <a:ext cx="887553" cy="1275917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84662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Paid (3,000)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01548"/>
            <a:ext cx="887553" cy="850611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8253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F5F7FA"/>
                </a:solidFill>
                <a:latin typeface="Manrope"/>
              </a:rPr>
              <a:t>Referral (2,000)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52071" y="1298448"/>
            <a:ext cx="887553" cy="2551834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7576" y="1298448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Homepage (6,000)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2071" y="4000609"/>
            <a:ext cx="887553" cy="1063264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7576" y="3543409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Pricing (2,500)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2071" y="5214200"/>
            <a:ext cx="887553" cy="637958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7576" y="4757000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Manrope"/>
              </a:rPr>
              <a:t>Blog (1,500)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55502" y="1298448"/>
            <a:ext cx="887553" cy="1409083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6512" y="1774389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Manrope"/>
              </a:rPr>
              <a:t>Signup (3,200)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5502" y="2857858"/>
            <a:ext cx="887553" cy="2994301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6512" y="4126408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Manrope"/>
              </a:rPr>
              <a:t>Bounce (6,800)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