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Website traffic flow</a:t>
            </a:r>
          </a:p>
        </p:txBody>
      </p:sp>
      <p:sp>
        <p:nvSpPr>
          <p:cNvPr id="3" name="Freeform 2"/>
          <p:cNvSpPr/>
          <p:nvPr/>
        </p:nvSpPr>
        <p:spPr>
          <a:xfrm>
            <a:off x="1436193" y="1215136"/>
            <a:ext cx="4215878" cy="1314651"/>
          </a:xfrm>
          <a:custGeom>
            <a:avLst/>
            <a:gdLst/>
            <a:ahLst/>
            <a:cxnLst/>
            <a:rect l="l" t="t" r="r" b="b"/>
            <a:pathLst>
              <a:path w="4215878" h="1314651">
                <a:moveTo>
                  <a:pt x="0" y="0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1314651"/>
                </a:lnTo>
                <a:lnTo>
                  <a:pt x="3909156" y="1314651"/>
                </a:lnTo>
                <a:lnTo>
                  <a:pt x="3619726" y="1314651"/>
                </a:lnTo>
                <a:lnTo>
                  <a:pt x="3345118" y="1314651"/>
                </a:lnTo>
                <a:lnTo>
                  <a:pt x="3082860" y="1314651"/>
                </a:lnTo>
                <a:lnTo>
                  <a:pt x="2830484" y="1314651"/>
                </a:lnTo>
                <a:lnTo>
                  <a:pt x="2585518" y="1314651"/>
                </a:lnTo>
                <a:lnTo>
                  <a:pt x="2345493" y="1314651"/>
                </a:lnTo>
                <a:lnTo>
                  <a:pt x="2107939" y="1314651"/>
                </a:lnTo>
                <a:lnTo>
                  <a:pt x="1870384" y="1314651"/>
                </a:lnTo>
                <a:lnTo>
                  <a:pt x="1630359" y="1314651"/>
                </a:lnTo>
                <a:lnTo>
                  <a:pt x="1385393" y="1314651"/>
                </a:lnTo>
                <a:lnTo>
                  <a:pt x="1133017" y="1314651"/>
                </a:lnTo>
                <a:lnTo>
                  <a:pt x="870759" y="1314651"/>
                </a:lnTo>
                <a:lnTo>
                  <a:pt x="596151" y="1314651"/>
                </a:lnTo>
                <a:lnTo>
                  <a:pt x="306721" y="1314651"/>
                </a:lnTo>
                <a:lnTo>
                  <a:pt x="0" y="1314651"/>
                </a:lnTo>
                <a:close/>
              </a:path>
            </a:pathLst>
          </a:custGeom>
          <a:solidFill>
            <a:srgbClr val="B17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436193" y="2529787"/>
            <a:ext cx="4215878" cy="2124803"/>
          </a:xfrm>
          <a:custGeom>
            <a:avLst/>
            <a:gdLst/>
            <a:ahLst/>
            <a:cxnLst/>
            <a:rect l="l" t="t" r="r" b="b"/>
            <a:pathLst>
              <a:path w="4215878" h="2124803">
                <a:moveTo>
                  <a:pt x="0" y="0"/>
                </a:moveTo>
                <a:lnTo>
                  <a:pt x="306721" y="16480"/>
                </a:lnTo>
                <a:lnTo>
                  <a:pt x="596151" y="63055"/>
                </a:lnTo>
                <a:lnTo>
                  <a:pt x="870759" y="135426"/>
                </a:lnTo>
                <a:lnTo>
                  <a:pt x="1133017" y="229293"/>
                </a:lnTo>
                <a:lnTo>
                  <a:pt x="1385393" y="340357"/>
                </a:lnTo>
                <a:lnTo>
                  <a:pt x="1630359" y="464319"/>
                </a:lnTo>
                <a:lnTo>
                  <a:pt x="1870384" y="596879"/>
                </a:lnTo>
                <a:lnTo>
                  <a:pt x="2107939" y="733739"/>
                </a:lnTo>
                <a:lnTo>
                  <a:pt x="2345493" y="870598"/>
                </a:lnTo>
                <a:lnTo>
                  <a:pt x="2585518" y="1003158"/>
                </a:lnTo>
                <a:lnTo>
                  <a:pt x="2830484" y="1127120"/>
                </a:lnTo>
                <a:lnTo>
                  <a:pt x="3082860" y="1238184"/>
                </a:lnTo>
                <a:lnTo>
                  <a:pt x="3345118" y="1332051"/>
                </a:lnTo>
                <a:lnTo>
                  <a:pt x="3619726" y="1404422"/>
                </a:lnTo>
                <a:lnTo>
                  <a:pt x="3909156" y="1450997"/>
                </a:lnTo>
                <a:lnTo>
                  <a:pt x="4215878" y="1467478"/>
                </a:lnTo>
                <a:lnTo>
                  <a:pt x="4215878" y="2124803"/>
                </a:lnTo>
                <a:lnTo>
                  <a:pt x="3909156" y="2108322"/>
                </a:lnTo>
                <a:lnTo>
                  <a:pt x="3619726" y="2061747"/>
                </a:lnTo>
                <a:lnTo>
                  <a:pt x="3345118" y="1989376"/>
                </a:lnTo>
                <a:lnTo>
                  <a:pt x="3082860" y="1895509"/>
                </a:lnTo>
                <a:lnTo>
                  <a:pt x="2830484" y="1784445"/>
                </a:lnTo>
                <a:lnTo>
                  <a:pt x="2585518" y="1660483"/>
                </a:lnTo>
                <a:lnTo>
                  <a:pt x="2345493" y="1527923"/>
                </a:lnTo>
                <a:lnTo>
                  <a:pt x="2107939" y="1391064"/>
                </a:lnTo>
                <a:lnTo>
                  <a:pt x="1870384" y="1254204"/>
                </a:lnTo>
                <a:lnTo>
                  <a:pt x="1630359" y="1121644"/>
                </a:lnTo>
                <a:lnTo>
                  <a:pt x="1385393" y="997682"/>
                </a:lnTo>
                <a:lnTo>
                  <a:pt x="1133017" y="886618"/>
                </a:lnTo>
                <a:lnTo>
                  <a:pt x="870759" y="792751"/>
                </a:lnTo>
                <a:lnTo>
                  <a:pt x="596151" y="720380"/>
                </a:lnTo>
                <a:lnTo>
                  <a:pt x="306721" y="673805"/>
                </a:lnTo>
                <a:lnTo>
                  <a:pt x="0" y="657325"/>
                </a:lnTo>
                <a:close/>
              </a:path>
            </a:pathLst>
          </a:custGeom>
          <a:solidFill>
            <a:srgbClr val="B17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36193" y="3187112"/>
            <a:ext cx="4215878" cy="2277630"/>
          </a:xfrm>
          <a:custGeom>
            <a:avLst/>
            <a:gdLst/>
            <a:ahLst/>
            <a:cxnLst/>
            <a:rect l="l" t="t" r="r" b="b"/>
            <a:pathLst>
              <a:path w="4215878" h="2277630">
                <a:moveTo>
                  <a:pt x="0" y="0"/>
                </a:moveTo>
                <a:lnTo>
                  <a:pt x="306721" y="23118"/>
                </a:lnTo>
                <a:lnTo>
                  <a:pt x="596151" y="88452"/>
                </a:lnTo>
                <a:lnTo>
                  <a:pt x="870759" y="189971"/>
                </a:lnTo>
                <a:lnTo>
                  <a:pt x="1133017" y="321644"/>
                </a:lnTo>
                <a:lnTo>
                  <a:pt x="1385393" y="477440"/>
                </a:lnTo>
                <a:lnTo>
                  <a:pt x="1630359" y="651329"/>
                </a:lnTo>
                <a:lnTo>
                  <a:pt x="1870384" y="837279"/>
                </a:lnTo>
                <a:lnTo>
                  <a:pt x="2107939" y="1029261"/>
                </a:lnTo>
                <a:lnTo>
                  <a:pt x="2345493" y="1221242"/>
                </a:lnTo>
                <a:lnTo>
                  <a:pt x="2585518" y="1407192"/>
                </a:lnTo>
                <a:lnTo>
                  <a:pt x="2830484" y="1581081"/>
                </a:lnTo>
                <a:lnTo>
                  <a:pt x="3082860" y="1736877"/>
                </a:lnTo>
                <a:lnTo>
                  <a:pt x="3345118" y="1868550"/>
                </a:lnTo>
                <a:lnTo>
                  <a:pt x="3619726" y="1970069"/>
                </a:lnTo>
                <a:lnTo>
                  <a:pt x="3909156" y="2035403"/>
                </a:lnTo>
                <a:lnTo>
                  <a:pt x="4215878" y="2058522"/>
                </a:lnTo>
                <a:lnTo>
                  <a:pt x="4215878" y="2277630"/>
                </a:lnTo>
                <a:lnTo>
                  <a:pt x="3909156" y="2254511"/>
                </a:lnTo>
                <a:lnTo>
                  <a:pt x="3619726" y="2189177"/>
                </a:lnTo>
                <a:lnTo>
                  <a:pt x="3345118" y="2087658"/>
                </a:lnTo>
                <a:lnTo>
                  <a:pt x="3082860" y="1955985"/>
                </a:lnTo>
                <a:lnTo>
                  <a:pt x="2830484" y="1800189"/>
                </a:lnTo>
                <a:lnTo>
                  <a:pt x="2585518" y="1626300"/>
                </a:lnTo>
                <a:lnTo>
                  <a:pt x="2345493" y="1440350"/>
                </a:lnTo>
                <a:lnTo>
                  <a:pt x="2107939" y="1248369"/>
                </a:lnTo>
                <a:lnTo>
                  <a:pt x="1870384" y="1056387"/>
                </a:lnTo>
                <a:lnTo>
                  <a:pt x="1630359" y="870437"/>
                </a:lnTo>
                <a:lnTo>
                  <a:pt x="1385393" y="696548"/>
                </a:lnTo>
                <a:lnTo>
                  <a:pt x="1133017" y="540752"/>
                </a:lnTo>
                <a:lnTo>
                  <a:pt x="870759" y="409079"/>
                </a:lnTo>
                <a:lnTo>
                  <a:pt x="596151" y="307560"/>
                </a:lnTo>
                <a:lnTo>
                  <a:pt x="306721" y="242226"/>
                </a:lnTo>
                <a:lnTo>
                  <a:pt x="0" y="219108"/>
                </a:lnTo>
                <a:close/>
              </a:path>
            </a:pathLst>
          </a:custGeom>
          <a:solidFill>
            <a:srgbClr val="B17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436193" y="2529787"/>
            <a:ext cx="4215878" cy="1905695"/>
          </a:xfrm>
          <a:custGeom>
            <a:avLst/>
            <a:gdLst/>
            <a:ahLst/>
            <a:cxnLst/>
            <a:rect l="l" t="t" r="r" b="b"/>
            <a:pathLst>
              <a:path w="4215878" h="1905695">
                <a:moveTo>
                  <a:pt x="0" y="1029261"/>
                </a:moveTo>
                <a:lnTo>
                  <a:pt x="306721" y="1017701"/>
                </a:lnTo>
                <a:lnTo>
                  <a:pt x="596151" y="985034"/>
                </a:lnTo>
                <a:lnTo>
                  <a:pt x="870759" y="934275"/>
                </a:lnTo>
                <a:lnTo>
                  <a:pt x="1133017" y="868438"/>
                </a:lnTo>
                <a:lnTo>
                  <a:pt x="1385393" y="790540"/>
                </a:lnTo>
                <a:lnTo>
                  <a:pt x="1630359" y="703596"/>
                </a:lnTo>
                <a:lnTo>
                  <a:pt x="1870384" y="610621"/>
                </a:lnTo>
                <a:lnTo>
                  <a:pt x="2107939" y="514630"/>
                </a:lnTo>
                <a:lnTo>
                  <a:pt x="2345493" y="418639"/>
                </a:lnTo>
                <a:lnTo>
                  <a:pt x="2585518" y="325664"/>
                </a:lnTo>
                <a:lnTo>
                  <a:pt x="2830484" y="238720"/>
                </a:lnTo>
                <a:lnTo>
                  <a:pt x="3082860" y="160822"/>
                </a:lnTo>
                <a:lnTo>
                  <a:pt x="3345118" y="94985"/>
                </a:lnTo>
                <a:lnTo>
                  <a:pt x="3619726" y="44226"/>
                </a:lnTo>
                <a:lnTo>
                  <a:pt x="3909156" y="11559"/>
                </a:lnTo>
                <a:lnTo>
                  <a:pt x="4215878" y="0"/>
                </a:lnTo>
                <a:lnTo>
                  <a:pt x="4215878" y="876434"/>
                </a:lnTo>
                <a:lnTo>
                  <a:pt x="3909156" y="887993"/>
                </a:lnTo>
                <a:lnTo>
                  <a:pt x="3619726" y="920660"/>
                </a:lnTo>
                <a:lnTo>
                  <a:pt x="3345118" y="971419"/>
                </a:lnTo>
                <a:lnTo>
                  <a:pt x="3082860" y="1037256"/>
                </a:lnTo>
                <a:lnTo>
                  <a:pt x="2830484" y="1115154"/>
                </a:lnTo>
                <a:lnTo>
                  <a:pt x="2585518" y="1202098"/>
                </a:lnTo>
                <a:lnTo>
                  <a:pt x="2345493" y="1295073"/>
                </a:lnTo>
                <a:lnTo>
                  <a:pt x="2107939" y="1391064"/>
                </a:lnTo>
                <a:lnTo>
                  <a:pt x="1870384" y="1487055"/>
                </a:lnTo>
                <a:lnTo>
                  <a:pt x="1630359" y="1580030"/>
                </a:lnTo>
                <a:lnTo>
                  <a:pt x="1385393" y="1666974"/>
                </a:lnTo>
                <a:lnTo>
                  <a:pt x="1133017" y="1744872"/>
                </a:lnTo>
                <a:lnTo>
                  <a:pt x="870759" y="1810709"/>
                </a:lnTo>
                <a:lnTo>
                  <a:pt x="596151" y="1861468"/>
                </a:lnTo>
                <a:lnTo>
                  <a:pt x="306721" y="1894135"/>
                </a:lnTo>
                <a:lnTo>
                  <a:pt x="0" y="1905695"/>
                </a:lnTo>
                <a:close/>
              </a:path>
            </a:pathLst>
          </a:custGeom>
          <a:solidFill>
            <a:srgbClr val="B68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436193" y="4435482"/>
            <a:ext cx="4215878" cy="525860"/>
          </a:xfrm>
          <a:custGeom>
            <a:avLst/>
            <a:gdLst/>
            <a:ahLst/>
            <a:cxnLst/>
            <a:rect l="l" t="t" r="r" b="b"/>
            <a:pathLst>
              <a:path w="4215878" h="525860">
                <a:moveTo>
                  <a:pt x="0" y="0"/>
                </a:moveTo>
                <a:lnTo>
                  <a:pt x="306721" y="2460"/>
                </a:lnTo>
                <a:lnTo>
                  <a:pt x="596151" y="9414"/>
                </a:lnTo>
                <a:lnTo>
                  <a:pt x="870759" y="20220"/>
                </a:lnTo>
                <a:lnTo>
                  <a:pt x="1133017" y="34235"/>
                </a:lnTo>
                <a:lnTo>
                  <a:pt x="1385393" y="50818"/>
                </a:lnTo>
                <a:lnTo>
                  <a:pt x="1630359" y="69327"/>
                </a:lnTo>
                <a:lnTo>
                  <a:pt x="1870384" y="89119"/>
                </a:lnTo>
                <a:lnTo>
                  <a:pt x="2107939" y="109554"/>
                </a:lnTo>
                <a:lnTo>
                  <a:pt x="2345493" y="129988"/>
                </a:lnTo>
                <a:lnTo>
                  <a:pt x="2585518" y="149780"/>
                </a:lnTo>
                <a:lnTo>
                  <a:pt x="2830484" y="168289"/>
                </a:lnTo>
                <a:lnTo>
                  <a:pt x="3082860" y="184872"/>
                </a:lnTo>
                <a:lnTo>
                  <a:pt x="3345118" y="198887"/>
                </a:lnTo>
                <a:lnTo>
                  <a:pt x="3619726" y="209693"/>
                </a:lnTo>
                <a:lnTo>
                  <a:pt x="3909156" y="216647"/>
                </a:lnTo>
                <a:lnTo>
                  <a:pt x="4215878" y="219108"/>
                </a:lnTo>
                <a:lnTo>
                  <a:pt x="4215878" y="525860"/>
                </a:lnTo>
                <a:lnTo>
                  <a:pt x="3909156" y="523399"/>
                </a:lnTo>
                <a:lnTo>
                  <a:pt x="3619726" y="516445"/>
                </a:lnTo>
                <a:lnTo>
                  <a:pt x="3345118" y="505639"/>
                </a:lnTo>
                <a:lnTo>
                  <a:pt x="3082860" y="491624"/>
                </a:lnTo>
                <a:lnTo>
                  <a:pt x="2830484" y="475041"/>
                </a:lnTo>
                <a:lnTo>
                  <a:pt x="2585518" y="456532"/>
                </a:lnTo>
                <a:lnTo>
                  <a:pt x="2345493" y="436739"/>
                </a:lnTo>
                <a:lnTo>
                  <a:pt x="2107939" y="416305"/>
                </a:lnTo>
                <a:lnTo>
                  <a:pt x="1870384" y="395871"/>
                </a:lnTo>
                <a:lnTo>
                  <a:pt x="1630359" y="376078"/>
                </a:lnTo>
                <a:lnTo>
                  <a:pt x="1385393" y="357569"/>
                </a:lnTo>
                <a:lnTo>
                  <a:pt x="1133017" y="340986"/>
                </a:lnTo>
                <a:lnTo>
                  <a:pt x="870759" y="326971"/>
                </a:lnTo>
                <a:lnTo>
                  <a:pt x="596151" y="316165"/>
                </a:lnTo>
                <a:lnTo>
                  <a:pt x="306721" y="309211"/>
                </a:lnTo>
                <a:lnTo>
                  <a:pt x="0" y="306751"/>
                </a:lnTo>
                <a:close/>
              </a:path>
            </a:pathLst>
          </a:custGeom>
          <a:solidFill>
            <a:srgbClr val="B68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436193" y="4742233"/>
            <a:ext cx="4215878" cy="853974"/>
          </a:xfrm>
          <a:custGeom>
            <a:avLst/>
            <a:gdLst/>
            <a:ahLst/>
            <a:cxnLst/>
            <a:rect l="l" t="t" r="r" b="b"/>
            <a:pathLst>
              <a:path w="4215878" h="853974">
                <a:moveTo>
                  <a:pt x="0" y="0"/>
                </a:moveTo>
                <a:lnTo>
                  <a:pt x="306721" y="8114"/>
                </a:lnTo>
                <a:lnTo>
                  <a:pt x="596151" y="31045"/>
                </a:lnTo>
                <a:lnTo>
                  <a:pt x="870759" y="66676"/>
                </a:lnTo>
                <a:lnTo>
                  <a:pt x="1133017" y="112892"/>
                </a:lnTo>
                <a:lnTo>
                  <a:pt x="1385393" y="167574"/>
                </a:lnTo>
                <a:lnTo>
                  <a:pt x="1630359" y="228606"/>
                </a:lnTo>
                <a:lnTo>
                  <a:pt x="1870384" y="293872"/>
                </a:lnTo>
                <a:lnTo>
                  <a:pt x="2107939" y="361254"/>
                </a:lnTo>
                <a:lnTo>
                  <a:pt x="2345493" y="428636"/>
                </a:lnTo>
                <a:lnTo>
                  <a:pt x="2585518" y="493902"/>
                </a:lnTo>
                <a:lnTo>
                  <a:pt x="2830484" y="554934"/>
                </a:lnTo>
                <a:lnTo>
                  <a:pt x="3082860" y="609616"/>
                </a:lnTo>
                <a:lnTo>
                  <a:pt x="3345118" y="655832"/>
                </a:lnTo>
                <a:lnTo>
                  <a:pt x="3619726" y="691463"/>
                </a:lnTo>
                <a:lnTo>
                  <a:pt x="3909156" y="714394"/>
                </a:lnTo>
                <a:lnTo>
                  <a:pt x="4215878" y="722509"/>
                </a:lnTo>
                <a:lnTo>
                  <a:pt x="4215878" y="853974"/>
                </a:lnTo>
                <a:lnTo>
                  <a:pt x="3909156" y="845859"/>
                </a:lnTo>
                <a:lnTo>
                  <a:pt x="3619726" y="822928"/>
                </a:lnTo>
                <a:lnTo>
                  <a:pt x="3345118" y="787297"/>
                </a:lnTo>
                <a:lnTo>
                  <a:pt x="3082860" y="741081"/>
                </a:lnTo>
                <a:lnTo>
                  <a:pt x="2830484" y="686399"/>
                </a:lnTo>
                <a:lnTo>
                  <a:pt x="2585518" y="625367"/>
                </a:lnTo>
                <a:lnTo>
                  <a:pt x="2345493" y="560101"/>
                </a:lnTo>
                <a:lnTo>
                  <a:pt x="2107939" y="492719"/>
                </a:lnTo>
                <a:lnTo>
                  <a:pt x="1870384" y="425337"/>
                </a:lnTo>
                <a:lnTo>
                  <a:pt x="1630359" y="360071"/>
                </a:lnTo>
                <a:lnTo>
                  <a:pt x="1385393" y="299039"/>
                </a:lnTo>
                <a:lnTo>
                  <a:pt x="1133017" y="244357"/>
                </a:lnTo>
                <a:lnTo>
                  <a:pt x="870759" y="198141"/>
                </a:lnTo>
                <a:lnTo>
                  <a:pt x="596151" y="162510"/>
                </a:lnTo>
                <a:lnTo>
                  <a:pt x="306721" y="139579"/>
                </a:lnTo>
                <a:lnTo>
                  <a:pt x="0" y="131465"/>
                </a:lnTo>
                <a:close/>
              </a:path>
            </a:pathLst>
          </a:custGeom>
          <a:solidFill>
            <a:srgbClr val="B68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436193" y="3406221"/>
            <a:ext cx="4215878" cy="2058521"/>
          </a:xfrm>
          <a:custGeom>
            <a:avLst/>
            <a:gdLst/>
            <a:ahLst/>
            <a:cxnLst/>
            <a:rect l="l" t="t" r="r" b="b"/>
            <a:pathLst>
              <a:path w="4215878" h="2058521">
                <a:moveTo>
                  <a:pt x="0" y="1620304"/>
                </a:moveTo>
                <a:lnTo>
                  <a:pt x="306721" y="1602107"/>
                </a:lnTo>
                <a:lnTo>
                  <a:pt x="596151" y="1550681"/>
                </a:lnTo>
                <a:lnTo>
                  <a:pt x="870759" y="1470773"/>
                </a:lnTo>
                <a:lnTo>
                  <a:pt x="1133017" y="1367131"/>
                </a:lnTo>
                <a:lnTo>
                  <a:pt x="1385393" y="1244501"/>
                </a:lnTo>
                <a:lnTo>
                  <a:pt x="1630359" y="1107629"/>
                </a:lnTo>
                <a:lnTo>
                  <a:pt x="1870384" y="961264"/>
                </a:lnTo>
                <a:lnTo>
                  <a:pt x="2107939" y="810152"/>
                </a:lnTo>
                <a:lnTo>
                  <a:pt x="2345493" y="659039"/>
                </a:lnTo>
                <a:lnTo>
                  <a:pt x="2585518" y="512674"/>
                </a:lnTo>
                <a:lnTo>
                  <a:pt x="2830484" y="375802"/>
                </a:lnTo>
                <a:lnTo>
                  <a:pt x="3082860" y="253172"/>
                </a:lnTo>
                <a:lnTo>
                  <a:pt x="3345118" y="149530"/>
                </a:lnTo>
                <a:lnTo>
                  <a:pt x="3619726" y="69622"/>
                </a:lnTo>
                <a:lnTo>
                  <a:pt x="3909156" y="18196"/>
                </a:lnTo>
                <a:lnTo>
                  <a:pt x="4215878" y="0"/>
                </a:lnTo>
                <a:lnTo>
                  <a:pt x="4215878" y="438217"/>
                </a:lnTo>
                <a:lnTo>
                  <a:pt x="3909156" y="456413"/>
                </a:lnTo>
                <a:lnTo>
                  <a:pt x="3619726" y="507839"/>
                </a:lnTo>
                <a:lnTo>
                  <a:pt x="3345118" y="587747"/>
                </a:lnTo>
                <a:lnTo>
                  <a:pt x="3082860" y="691389"/>
                </a:lnTo>
                <a:lnTo>
                  <a:pt x="2830484" y="814019"/>
                </a:lnTo>
                <a:lnTo>
                  <a:pt x="2585518" y="950891"/>
                </a:lnTo>
                <a:lnTo>
                  <a:pt x="2345493" y="1097256"/>
                </a:lnTo>
                <a:lnTo>
                  <a:pt x="2107939" y="1248369"/>
                </a:lnTo>
                <a:lnTo>
                  <a:pt x="1870384" y="1399481"/>
                </a:lnTo>
                <a:lnTo>
                  <a:pt x="1630359" y="1545846"/>
                </a:lnTo>
                <a:lnTo>
                  <a:pt x="1385393" y="1682718"/>
                </a:lnTo>
                <a:lnTo>
                  <a:pt x="1133017" y="1805348"/>
                </a:lnTo>
                <a:lnTo>
                  <a:pt x="870759" y="1908990"/>
                </a:lnTo>
                <a:lnTo>
                  <a:pt x="596151" y="1988898"/>
                </a:lnTo>
                <a:lnTo>
                  <a:pt x="306721" y="2040324"/>
                </a:lnTo>
                <a:lnTo>
                  <a:pt x="0" y="2058521"/>
                </a:lnTo>
                <a:close/>
              </a:path>
            </a:pathLst>
          </a:custGeom>
          <a:solidFill>
            <a:srgbClr val="BC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436193" y="4961342"/>
            <a:ext cx="4215878" cy="634865"/>
          </a:xfrm>
          <a:custGeom>
            <a:avLst/>
            <a:gdLst/>
            <a:ahLst/>
            <a:cxnLst/>
            <a:rect l="l" t="t" r="r" b="b"/>
            <a:pathLst>
              <a:path w="4215878" h="634865">
                <a:moveTo>
                  <a:pt x="0" y="503400"/>
                </a:moveTo>
                <a:lnTo>
                  <a:pt x="306721" y="497746"/>
                </a:lnTo>
                <a:lnTo>
                  <a:pt x="596151" y="481769"/>
                </a:lnTo>
                <a:lnTo>
                  <a:pt x="870759" y="456943"/>
                </a:lnTo>
                <a:lnTo>
                  <a:pt x="1133017" y="424743"/>
                </a:lnTo>
                <a:lnTo>
                  <a:pt x="1385393" y="386644"/>
                </a:lnTo>
                <a:lnTo>
                  <a:pt x="1630359" y="344121"/>
                </a:lnTo>
                <a:lnTo>
                  <a:pt x="1870384" y="298647"/>
                </a:lnTo>
                <a:lnTo>
                  <a:pt x="2107939" y="251700"/>
                </a:lnTo>
                <a:lnTo>
                  <a:pt x="2345493" y="204752"/>
                </a:lnTo>
                <a:lnTo>
                  <a:pt x="2585518" y="159278"/>
                </a:lnTo>
                <a:lnTo>
                  <a:pt x="2830484" y="116755"/>
                </a:lnTo>
                <a:lnTo>
                  <a:pt x="3082860" y="78656"/>
                </a:lnTo>
                <a:lnTo>
                  <a:pt x="3345118" y="46456"/>
                </a:lnTo>
                <a:lnTo>
                  <a:pt x="3619726" y="21630"/>
                </a:lnTo>
                <a:lnTo>
                  <a:pt x="3909156" y="5653"/>
                </a:lnTo>
                <a:lnTo>
                  <a:pt x="4215878" y="0"/>
                </a:lnTo>
                <a:lnTo>
                  <a:pt x="4215878" y="131465"/>
                </a:lnTo>
                <a:lnTo>
                  <a:pt x="3909156" y="137118"/>
                </a:lnTo>
                <a:lnTo>
                  <a:pt x="3619726" y="153095"/>
                </a:lnTo>
                <a:lnTo>
                  <a:pt x="3345118" y="177921"/>
                </a:lnTo>
                <a:lnTo>
                  <a:pt x="3082860" y="210121"/>
                </a:lnTo>
                <a:lnTo>
                  <a:pt x="2830484" y="248220"/>
                </a:lnTo>
                <a:lnTo>
                  <a:pt x="2585518" y="290743"/>
                </a:lnTo>
                <a:lnTo>
                  <a:pt x="2345493" y="336217"/>
                </a:lnTo>
                <a:lnTo>
                  <a:pt x="2107939" y="383165"/>
                </a:lnTo>
                <a:lnTo>
                  <a:pt x="1870384" y="430112"/>
                </a:lnTo>
                <a:lnTo>
                  <a:pt x="1630359" y="475586"/>
                </a:lnTo>
                <a:lnTo>
                  <a:pt x="1385393" y="518109"/>
                </a:lnTo>
                <a:lnTo>
                  <a:pt x="1133017" y="556208"/>
                </a:lnTo>
                <a:lnTo>
                  <a:pt x="870759" y="588408"/>
                </a:lnTo>
                <a:lnTo>
                  <a:pt x="596151" y="613234"/>
                </a:lnTo>
                <a:lnTo>
                  <a:pt x="306721" y="629211"/>
                </a:lnTo>
                <a:lnTo>
                  <a:pt x="0" y="634865"/>
                </a:lnTo>
                <a:close/>
              </a:path>
            </a:pathLst>
          </a:custGeom>
          <a:solidFill>
            <a:srgbClr val="BC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436193" y="5596207"/>
            <a:ext cx="4215878" cy="306751"/>
          </a:xfrm>
          <a:custGeom>
            <a:avLst/>
            <a:gdLst/>
            <a:ahLst/>
            <a:cxnLst/>
            <a:rect l="l" t="t" r="r" b="b"/>
            <a:pathLst>
              <a:path w="4215878" h="306751">
                <a:moveTo>
                  <a:pt x="0" y="0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306751"/>
                </a:lnTo>
                <a:lnTo>
                  <a:pt x="3909156" y="306751"/>
                </a:lnTo>
                <a:lnTo>
                  <a:pt x="3619726" y="306751"/>
                </a:lnTo>
                <a:lnTo>
                  <a:pt x="3345118" y="306751"/>
                </a:lnTo>
                <a:lnTo>
                  <a:pt x="3082860" y="306751"/>
                </a:lnTo>
                <a:lnTo>
                  <a:pt x="2830484" y="306751"/>
                </a:lnTo>
                <a:lnTo>
                  <a:pt x="2585518" y="306751"/>
                </a:lnTo>
                <a:lnTo>
                  <a:pt x="2345493" y="306751"/>
                </a:lnTo>
                <a:lnTo>
                  <a:pt x="2107939" y="306751"/>
                </a:lnTo>
                <a:lnTo>
                  <a:pt x="1870384" y="306751"/>
                </a:lnTo>
                <a:lnTo>
                  <a:pt x="1630359" y="306751"/>
                </a:lnTo>
                <a:lnTo>
                  <a:pt x="1385393" y="306751"/>
                </a:lnTo>
                <a:lnTo>
                  <a:pt x="1133017" y="306751"/>
                </a:lnTo>
                <a:lnTo>
                  <a:pt x="870759" y="306751"/>
                </a:lnTo>
                <a:lnTo>
                  <a:pt x="596151" y="306751"/>
                </a:lnTo>
                <a:lnTo>
                  <a:pt x="306721" y="306751"/>
                </a:lnTo>
                <a:lnTo>
                  <a:pt x="0" y="306751"/>
                </a:lnTo>
                <a:close/>
              </a:path>
            </a:pathLst>
          </a:custGeom>
          <a:solidFill>
            <a:srgbClr val="BC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539624" y="1215136"/>
            <a:ext cx="4215878" cy="1088399"/>
          </a:xfrm>
          <a:custGeom>
            <a:avLst/>
            <a:gdLst/>
            <a:ahLst/>
            <a:cxnLst/>
            <a:rect l="l" t="t" r="r" b="b"/>
            <a:pathLst>
              <a:path w="4215878" h="1088399">
                <a:moveTo>
                  <a:pt x="0" y="0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1088399"/>
                </a:lnTo>
                <a:lnTo>
                  <a:pt x="3909156" y="1087987"/>
                </a:lnTo>
                <a:lnTo>
                  <a:pt x="3619726" y="1086822"/>
                </a:lnTo>
                <a:lnTo>
                  <a:pt x="3345118" y="1085014"/>
                </a:lnTo>
                <a:lnTo>
                  <a:pt x="3082860" y="1082668"/>
                </a:lnTo>
                <a:lnTo>
                  <a:pt x="2830484" y="1079892"/>
                </a:lnTo>
                <a:lnTo>
                  <a:pt x="2585518" y="1076793"/>
                </a:lnTo>
                <a:lnTo>
                  <a:pt x="2345493" y="1073480"/>
                </a:lnTo>
                <a:lnTo>
                  <a:pt x="2107939" y="1070060"/>
                </a:lnTo>
                <a:lnTo>
                  <a:pt x="1870384" y="1066639"/>
                </a:lnTo>
                <a:lnTo>
                  <a:pt x="1630359" y="1063326"/>
                </a:lnTo>
                <a:lnTo>
                  <a:pt x="1385393" y="1060227"/>
                </a:lnTo>
                <a:lnTo>
                  <a:pt x="1133017" y="1057451"/>
                </a:lnTo>
                <a:lnTo>
                  <a:pt x="870759" y="1055105"/>
                </a:lnTo>
                <a:lnTo>
                  <a:pt x="596151" y="1053297"/>
                </a:lnTo>
                <a:lnTo>
                  <a:pt x="306721" y="1052132"/>
                </a:lnTo>
                <a:lnTo>
                  <a:pt x="0" y="1051721"/>
                </a:lnTo>
                <a:close/>
              </a:path>
            </a:pathLst>
          </a:custGeom>
          <a:solidFill>
            <a:srgbClr val="B17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539624" y="2266857"/>
            <a:ext cx="4215878" cy="2184902"/>
          </a:xfrm>
          <a:custGeom>
            <a:avLst/>
            <a:gdLst/>
            <a:ahLst/>
            <a:cxnLst/>
            <a:rect l="l" t="t" r="r" b="b"/>
            <a:pathLst>
              <a:path w="4215878" h="2184902">
                <a:moveTo>
                  <a:pt x="0" y="0"/>
                </a:moveTo>
                <a:lnTo>
                  <a:pt x="306721" y="6202"/>
                </a:lnTo>
                <a:lnTo>
                  <a:pt x="596151" y="23731"/>
                </a:lnTo>
                <a:lnTo>
                  <a:pt x="870759" y="50969"/>
                </a:lnTo>
                <a:lnTo>
                  <a:pt x="1133017" y="86297"/>
                </a:lnTo>
                <a:lnTo>
                  <a:pt x="1385393" y="128097"/>
                </a:lnTo>
                <a:lnTo>
                  <a:pt x="1630359" y="174752"/>
                </a:lnTo>
                <a:lnTo>
                  <a:pt x="1870384" y="224643"/>
                </a:lnTo>
                <a:lnTo>
                  <a:pt x="2107939" y="276152"/>
                </a:lnTo>
                <a:lnTo>
                  <a:pt x="2345493" y="327660"/>
                </a:lnTo>
                <a:lnTo>
                  <a:pt x="2585518" y="377551"/>
                </a:lnTo>
                <a:lnTo>
                  <a:pt x="2830484" y="424206"/>
                </a:lnTo>
                <a:lnTo>
                  <a:pt x="3082860" y="466006"/>
                </a:lnTo>
                <a:lnTo>
                  <a:pt x="3345118" y="501334"/>
                </a:lnTo>
                <a:lnTo>
                  <a:pt x="3619726" y="528572"/>
                </a:lnTo>
                <a:lnTo>
                  <a:pt x="3909156" y="546101"/>
                </a:lnTo>
                <a:lnTo>
                  <a:pt x="4215878" y="552304"/>
                </a:lnTo>
                <a:lnTo>
                  <a:pt x="4215878" y="2184902"/>
                </a:lnTo>
                <a:lnTo>
                  <a:pt x="3909156" y="2178081"/>
                </a:lnTo>
                <a:lnTo>
                  <a:pt x="3619726" y="2158806"/>
                </a:lnTo>
                <a:lnTo>
                  <a:pt x="3345118" y="2128855"/>
                </a:lnTo>
                <a:lnTo>
                  <a:pt x="3082860" y="2090008"/>
                </a:lnTo>
                <a:lnTo>
                  <a:pt x="2830484" y="2044043"/>
                </a:lnTo>
                <a:lnTo>
                  <a:pt x="2585518" y="1992741"/>
                </a:lnTo>
                <a:lnTo>
                  <a:pt x="2345493" y="1937881"/>
                </a:lnTo>
                <a:lnTo>
                  <a:pt x="2107939" y="1881241"/>
                </a:lnTo>
                <a:lnTo>
                  <a:pt x="1870384" y="1824601"/>
                </a:lnTo>
                <a:lnTo>
                  <a:pt x="1630359" y="1769741"/>
                </a:lnTo>
                <a:lnTo>
                  <a:pt x="1385393" y="1718439"/>
                </a:lnTo>
                <a:lnTo>
                  <a:pt x="1133017" y="1672474"/>
                </a:lnTo>
                <a:lnTo>
                  <a:pt x="870759" y="1633627"/>
                </a:lnTo>
                <a:lnTo>
                  <a:pt x="596151" y="1603676"/>
                </a:lnTo>
                <a:lnTo>
                  <a:pt x="306721" y="1584401"/>
                </a:lnTo>
                <a:lnTo>
                  <a:pt x="0" y="1577581"/>
                </a:lnTo>
                <a:close/>
              </a:path>
            </a:pathLst>
          </a:custGeom>
          <a:solidFill>
            <a:srgbClr val="B17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539624" y="2303535"/>
            <a:ext cx="4215878" cy="1956660"/>
          </a:xfrm>
          <a:custGeom>
            <a:avLst/>
            <a:gdLst/>
            <a:ahLst/>
            <a:cxnLst/>
            <a:rect l="l" t="t" r="r" b="b"/>
            <a:pathLst>
              <a:path w="4215878" h="1956660">
                <a:moveTo>
                  <a:pt x="0" y="1693730"/>
                </a:moveTo>
                <a:lnTo>
                  <a:pt x="306721" y="1674708"/>
                </a:lnTo>
                <a:lnTo>
                  <a:pt x="596151" y="1620952"/>
                </a:lnTo>
                <a:lnTo>
                  <a:pt x="870759" y="1537423"/>
                </a:lnTo>
                <a:lnTo>
                  <a:pt x="1133017" y="1429084"/>
                </a:lnTo>
                <a:lnTo>
                  <a:pt x="1385393" y="1300897"/>
                </a:lnTo>
                <a:lnTo>
                  <a:pt x="1630359" y="1157823"/>
                </a:lnTo>
                <a:lnTo>
                  <a:pt x="1870384" y="1004825"/>
                </a:lnTo>
                <a:lnTo>
                  <a:pt x="2107939" y="846865"/>
                </a:lnTo>
                <a:lnTo>
                  <a:pt x="2345493" y="688904"/>
                </a:lnTo>
                <a:lnTo>
                  <a:pt x="2585518" y="535906"/>
                </a:lnTo>
                <a:lnTo>
                  <a:pt x="2830484" y="392832"/>
                </a:lnTo>
                <a:lnTo>
                  <a:pt x="3082860" y="264645"/>
                </a:lnTo>
                <a:lnTo>
                  <a:pt x="3345118" y="156306"/>
                </a:lnTo>
                <a:lnTo>
                  <a:pt x="3619726" y="72777"/>
                </a:lnTo>
                <a:lnTo>
                  <a:pt x="3909156" y="19021"/>
                </a:lnTo>
                <a:lnTo>
                  <a:pt x="4215878" y="0"/>
                </a:lnTo>
                <a:lnTo>
                  <a:pt x="4215878" y="272099"/>
                </a:lnTo>
                <a:lnTo>
                  <a:pt x="3909156" y="291017"/>
                </a:lnTo>
                <a:lnTo>
                  <a:pt x="3619726" y="344482"/>
                </a:lnTo>
                <a:lnTo>
                  <a:pt x="3345118" y="427558"/>
                </a:lnTo>
                <a:lnTo>
                  <a:pt x="3082860" y="535311"/>
                </a:lnTo>
                <a:lnTo>
                  <a:pt x="2830484" y="662805"/>
                </a:lnTo>
                <a:lnTo>
                  <a:pt x="2585518" y="805104"/>
                </a:lnTo>
                <a:lnTo>
                  <a:pt x="2345493" y="957274"/>
                </a:lnTo>
                <a:lnTo>
                  <a:pt x="2107939" y="1114379"/>
                </a:lnTo>
                <a:lnTo>
                  <a:pt x="1870384" y="1271484"/>
                </a:lnTo>
                <a:lnTo>
                  <a:pt x="1630359" y="1423654"/>
                </a:lnTo>
                <a:lnTo>
                  <a:pt x="1385393" y="1565953"/>
                </a:lnTo>
                <a:lnTo>
                  <a:pt x="1133017" y="1693447"/>
                </a:lnTo>
                <a:lnTo>
                  <a:pt x="870759" y="1801200"/>
                </a:lnTo>
                <a:lnTo>
                  <a:pt x="596151" y="1884276"/>
                </a:lnTo>
                <a:lnTo>
                  <a:pt x="306721" y="1937741"/>
                </a:lnTo>
                <a:lnTo>
                  <a:pt x="0" y="1956660"/>
                </a:lnTo>
                <a:close/>
              </a:path>
            </a:pathLst>
          </a:custGeom>
          <a:solidFill>
            <a:srgbClr val="B68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6539624" y="4260195"/>
            <a:ext cx="4215878" cy="1053213"/>
          </a:xfrm>
          <a:custGeom>
            <a:avLst/>
            <a:gdLst/>
            <a:ahLst/>
            <a:cxnLst/>
            <a:rect l="l" t="t" r="r" b="b"/>
            <a:pathLst>
              <a:path w="4215878" h="1053213">
                <a:moveTo>
                  <a:pt x="0" y="0"/>
                </a:moveTo>
                <a:lnTo>
                  <a:pt x="306721" y="2151"/>
                </a:lnTo>
                <a:lnTo>
                  <a:pt x="596151" y="8231"/>
                </a:lnTo>
                <a:lnTo>
                  <a:pt x="870759" y="17678"/>
                </a:lnTo>
                <a:lnTo>
                  <a:pt x="1133017" y="29931"/>
                </a:lnTo>
                <a:lnTo>
                  <a:pt x="1385393" y="44430"/>
                </a:lnTo>
                <a:lnTo>
                  <a:pt x="1630359" y="60612"/>
                </a:lnTo>
                <a:lnTo>
                  <a:pt x="1870384" y="77916"/>
                </a:lnTo>
                <a:lnTo>
                  <a:pt x="2107939" y="95782"/>
                </a:lnTo>
                <a:lnTo>
                  <a:pt x="2345493" y="113647"/>
                </a:lnTo>
                <a:lnTo>
                  <a:pt x="2585518" y="130951"/>
                </a:lnTo>
                <a:lnTo>
                  <a:pt x="2830484" y="147133"/>
                </a:lnTo>
                <a:lnTo>
                  <a:pt x="3082860" y="161632"/>
                </a:lnTo>
                <a:lnTo>
                  <a:pt x="3345118" y="173885"/>
                </a:lnTo>
                <a:lnTo>
                  <a:pt x="3619726" y="183332"/>
                </a:lnTo>
                <a:lnTo>
                  <a:pt x="3909156" y="189412"/>
                </a:lnTo>
                <a:lnTo>
                  <a:pt x="4215878" y="191564"/>
                </a:lnTo>
                <a:lnTo>
                  <a:pt x="4215878" y="1053213"/>
                </a:lnTo>
                <a:lnTo>
                  <a:pt x="3909156" y="1050735"/>
                </a:lnTo>
                <a:lnTo>
                  <a:pt x="3619726" y="1043734"/>
                </a:lnTo>
                <a:lnTo>
                  <a:pt x="3345118" y="1032854"/>
                </a:lnTo>
                <a:lnTo>
                  <a:pt x="3082860" y="1018744"/>
                </a:lnTo>
                <a:lnTo>
                  <a:pt x="2830484" y="1002048"/>
                </a:lnTo>
                <a:lnTo>
                  <a:pt x="2585518" y="983413"/>
                </a:lnTo>
                <a:lnTo>
                  <a:pt x="2345493" y="963486"/>
                </a:lnTo>
                <a:lnTo>
                  <a:pt x="2107939" y="942912"/>
                </a:lnTo>
                <a:lnTo>
                  <a:pt x="1870384" y="922338"/>
                </a:lnTo>
                <a:lnTo>
                  <a:pt x="1630359" y="902411"/>
                </a:lnTo>
                <a:lnTo>
                  <a:pt x="1385393" y="883776"/>
                </a:lnTo>
                <a:lnTo>
                  <a:pt x="1133017" y="867080"/>
                </a:lnTo>
                <a:lnTo>
                  <a:pt x="870759" y="852970"/>
                </a:lnTo>
                <a:lnTo>
                  <a:pt x="596151" y="842090"/>
                </a:lnTo>
                <a:lnTo>
                  <a:pt x="306721" y="835089"/>
                </a:lnTo>
                <a:lnTo>
                  <a:pt x="0" y="832612"/>
                </a:lnTo>
                <a:close/>
              </a:path>
            </a:pathLst>
          </a:custGeom>
          <a:solidFill>
            <a:srgbClr val="B68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539624" y="2575634"/>
            <a:ext cx="4215878" cy="2757643"/>
          </a:xfrm>
          <a:custGeom>
            <a:avLst/>
            <a:gdLst/>
            <a:ahLst/>
            <a:cxnLst/>
            <a:rect l="l" t="t" r="r" b="b"/>
            <a:pathLst>
              <a:path w="4215878" h="2757643">
                <a:moveTo>
                  <a:pt x="0" y="2670000"/>
                </a:moveTo>
                <a:lnTo>
                  <a:pt x="306721" y="2640014"/>
                </a:lnTo>
                <a:lnTo>
                  <a:pt x="596151" y="2555273"/>
                </a:lnTo>
                <a:lnTo>
                  <a:pt x="870759" y="2423598"/>
                </a:lnTo>
                <a:lnTo>
                  <a:pt x="1133017" y="2252812"/>
                </a:lnTo>
                <a:lnTo>
                  <a:pt x="1385393" y="2050737"/>
                </a:lnTo>
                <a:lnTo>
                  <a:pt x="1630359" y="1825195"/>
                </a:lnTo>
                <a:lnTo>
                  <a:pt x="1870384" y="1584008"/>
                </a:lnTo>
                <a:lnTo>
                  <a:pt x="2107939" y="1335000"/>
                </a:lnTo>
                <a:lnTo>
                  <a:pt x="2345493" y="1085991"/>
                </a:lnTo>
                <a:lnTo>
                  <a:pt x="2585518" y="844804"/>
                </a:lnTo>
                <a:lnTo>
                  <a:pt x="2830484" y="619262"/>
                </a:lnTo>
                <a:lnTo>
                  <a:pt x="3082860" y="417187"/>
                </a:lnTo>
                <a:lnTo>
                  <a:pt x="3345118" y="246401"/>
                </a:lnTo>
                <a:lnTo>
                  <a:pt x="3619726" y="114726"/>
                </a:lnTo>
                <a:lnTo>
                  <a:pt x="3909156" y="29985"/>
                </a:lnTo>
                <a:lnTo>
                  <a:pt x="4215878" y="0"/>
                </a:lnTo>
                <a:lnTo>
                  <a:pt x="4215878" y="90699"/>
                </a:lnTo>
                <a:lnTo>
                  <a:pt x="3909156" y="120650"/>
                </a:lnTo>
                <a:lnTo>
                  <a:pt x="3619726" y="205294"/>
                </a:lnTo>
                <a:lnTo>
                  <a:pt x="3345118" y="336818"/>
                </a:lnTo>
                <a:lnTo>
                  <a:pt x="3082860" y="507409"/>
                </a:lnTo>
                <a:lnTo>
                  <a:pt x="2830484" y="709252"/>
                </a:lnTo>
                <a:lnTo>
                  <a:pt x="2585518" y="934536"/>
                </a:lnTo>
                <a:lnTo>
                  <a:pt x="2345493" y="1175447"/>
                </a:lnTo>
                <a:lnTo>
                  <a:pt x="2107939" y="1424171"/>
                </a:lnTo>
                <a:lnTo>
                  <a:pt x="1870384" y="1672894"/>
                </a:lnTo>
                <a:lnTo>
                  <a:pt x="1630359" y="1913805"/>
                </a:lnTo>
                <a:lnTo>
                  <a:pt x="1385393" y="2139089"/>
                </a:lnTo>
                <a:lnTo>
                  <a:pt x="1133017" y="2340933"/>
                </a:lnTo>
                <a:lnTo>
                  <a:pt x="870759" y="2511523"/>
                </a:lnTo>
                <a:lnTo>
                  <a:pt x="596151" y="2643047"/>
                </a:lnTo>
                <a:lnTo>
                  <a:pt x="306721" y="2727691"/>
                </a:lnTo>
                <a:lnTo>
                  <a:pt x="0" y="2757643"/>
                </a:lnTo>
                <a:close/>
              </a:path>
            </a:pathLst>
          </a:custGeom>
          <a:solidFill>
            <a:srgbClr val="BC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539624" y="5313408"/>
            <a:ext cx="4215878" cy="589550"/>
          </a:xfrm>
          <a:custGeom>
            <a:avLst/>
            <a:gdLst/>
            <a:ahLst/>
            <a:cxnLst/>
            <a:rect l="l" t="t" r="r" b="b"/>
            <a:pathLst>
              <a:path w="4215878" h="589550">
                <a:moveTo>
                  <a:pt x="0" y="19869"/>
                </a:moveTo>
                <a:lnTo>
                  <a:pt x="306721" y="19645"/>
                </a:lnTo>
                <a:lnTo>
                  <a:pt x="596151" y="19015"/>
                </a:lnTo>
                <a:lnTo>
                  <a:pt x="870759" y="18035"/>
                </a:lnTo>
                <a:lnTo>
                  <a:pt x="1133017" y="16764"/>
                </a:lnTo>
                <a:lnTo>
                  <a:pt x="1385393" y="15260"/>
                </a:lnTo>
                <a:lnTo>
                  <a:pt x="1630359" y="13582"/>
                </a:lnTo>
                <a:lnTo>
                  <a:pt x="1870384" y="11787"/>
                </a:lnTo>
                <a:lnTo>
                  <a:pt x="2107939" y="9934"/>
                </a:lnTo>
                <a:lnTo>
                  <a:pt x="2345493" y="8081"/>
                </a:lnTo>
                <a:lnTo>
                  <a:pt x="2585518" y="6286"/>
                </a:lnTo>
                <a:lnTo>
                  <a:pt x="2830484" y="4608"/>
                </a:lnTo>
                <a:lnTo>
                  <a:pt x="3082860" y="3104"/>
                </a:lnTo>
                <a:lnTo>
                  <a:pt x="3345118" y="1833"/>
                </a:lnTo>
                <a:lnTo>
                  <a:pt x="3619726" y="853"/>
                </a:lnTo>
                <a:lnTo>
                  <a:pt x="3909156" y="223"/>
                </a:lnTo>
                <a:lnTo>
                  <a:pt x="4215878" y="0"/>
                </a:lnTo>
                <a:lnTo>
                  <a:pt x="4215878" y="589549"/>
                </a:lnTo>
                <a:lnTo>
                  <a:pt x="3909156" y="589549"/>
                </a:lnTo>
                <a:lnTo>
                  <a:pt x="3619726" y="589549"/>
                </a:lnTo>
                <a:lnTo>
                  <a:pt x="3345118" y="589549"/>
                </a:lnTo>
                <a:lnTo>
                  <a:pt x="3082860" y="589549"/>
                </a:lnTo>
                <a:lnTo>
                  <a:pt x="2830484" y="589549"/>
                </a:lnTo>
                <a:lnTo>
                  <a:pt x="2585518" y="589549"/>
                </a:lnTo>
                <a:lnTo>
                  <a:pt x="2345493" y="589549"/>
                </a:lnTo>
                <a:lnTo>
                  <a:pt x="2107939" y="589549"/>
                </a:lnTo>
                <a:lnTo>
                  <a:pt x="1870384" y="589549"/>
                </a:lnTo>
                <a:lnTo>
                  <a:pt x="1630359" y="589549"/>
                </a:lnTo>
                <a:lnTo>
                  <a:pt x="1385393" y="589549"/>
                </a:lnTo>
                <a:lnTo>
                  <a:pt x="1133017" y="589549"/>
                </a:lnTo>
                <a:lnTo>
                  <a:pt x="870759" y="589549"/>
                </a:lnTo>
                <a:lnTo>
                  <a:pt x="596151" y="589549"/>
                </a:lnTo>
                <a:lnTo>
                  <a:pt x="306721" y="589549"/>
                </a:lnTo>
                <a:lnTo>
                  <a:pt x="0" y="589550"/>
                </a:lnTo>
                <a:close/>
              </a:path>
            </a:pathLst>
          </a:custGeom>
          <a:solidFill>
            <a:srgbClr val="BC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5136"/>
            <a:ext cx="887553" cy="2191086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101129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100" b="1">
                <a:solidFill>
                  <a:srgbClr val="181514"/>
                </a:solidFill>
                <a:latin typeface="Newsreader"/>
              </a:rPr>
              <a:t>Organic (5,000)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59048"/>
            <a:ext cx="887553" cy="1314651"/>
          </a:xfrm>
          <a:prstGeom prst="rect">
            <a:avLst/>
          </a:prstGeom>
          <a:solidFill>
            <a:srgbClr val="944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06823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100" b="1">
                <a:solidFill>
                  <a:srgbClr val="181514"/>
                </a:solidFill>
                <a:latin typeface="Newsreader"/>
              </a:rPr>
              <a:t>Paid (3,000)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6525"/>
            <a:ext cx="887553" cy="876434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55192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100" b="1">
                <a:solidFill>
                  <a:srgbClr val="181514"/>
                </a:solidFill>
                <a:latin typeface="Newsreader"/>
              </a:rPr>
              <a:t>Referral (2,000)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52071" y="1215136"/>
            <a:ext cx="887553" cy="2629303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7576" y="1215136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181514"/>
                </a:solidFill>
                <a:latin typeface="Newsreader"/>
              </a:rPr>
              <a:t>Homepage (6,000)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52071" y="3997265"/>
            <a:ext cx="887553" cy="1095543"/>
          </a:xfrm>
          <a:prstGeom prst="rect">
            <a:avLst/>
          </a:prstGeom>
          <a:solidFill>
            <a:srgbClr val="944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47576" y="3578165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181514"/>
                </a:solidFill>
                <a:latin typeface="Newsreader"/>
              </a:rPr>
              <a:t>Pricing (2,500)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52071" y="5245634"/>
            <a:ext cx="887553" cy="657325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47576" y="4826534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181514"/>
                </a:solidFill>
                <a:latin typeface="Newsreader"/>
              </a:rPr>
              <a:t>Blog (1,500)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55502" y="1215136"/>
            <a:ext cx="887553" cy="1451199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6512" y="1731185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00" b="1">
                <a:solidFill>
                  <a:srgbClr val="181514"/>
                </a:solidFill>
                <a:latin typeface="Newsreader"/>
              </a:rPr>
              <a:t>Signup (3,200)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55502" y="2819161"/>
            <a:ext cx="887553" cy="3083798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6512" y="4151510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00" b="1">
                <a:solidFill>
                  <a:srgbClr val="181514"/>
                </a:solidFill>
                <a:latin typeface="Newsreader"/>
              </a:rPr>
              <a:t>Bounce (6,800)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