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201C"/>
                </a:solidFill>
                <a:latin typeface="Instrument Serif"/>
              </a:rPr>
              <a:t>Weekly cohort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Week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9002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8804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8607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409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8212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8014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98880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Jan W1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766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Jan 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32652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Jan W3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99538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Feb W1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6424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Feb W2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33310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Feb 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00196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Mar W1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9200" y="119888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9A6B3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19200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CFBF8"/>
                </a:solidFill>
                <a:latin typeface="Instrument Sans"/>
              </a:rPr>
              <a:t>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09002" y="119888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AC855B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09002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98804" y="119888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B69570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198804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88607" y="119888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BC9D7C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88607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409" y="119888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C3A78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78409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8212" y="119888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C9B095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68212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58014" y="119888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CDB69C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58014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19200" y="186576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9A6B3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19200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CFBF8"/>
                </a:solidFill>
                <a:latin typeface="Instrument Sans"/>
              </a:rPr>
              <a:t>100%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09002" y="186576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AF8961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709002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98804" y="186576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B99976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198804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68%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88607" y="186576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C1A585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88607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409" y="186576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C7AD91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78409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68212" y="186576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CCB49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68212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58014" y="186576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1219200" y="2532652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9A6B3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19200" y="2532652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CFBF8"/>
                </a:solidFill>
                <a:latin typeface="Instrument Sans"/>
              </a:rPr>
              <a:t>100%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09002" y="2532652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AA825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709002" y="2532652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84%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98804" y="2532652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B4926D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198804" y="2532652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73%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88607" y="2532652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BB9C7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688607" y="2532652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66%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78409" y="2532652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C2A68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178409" y="2532652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59%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68212" y="2532652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0158014" y="2532652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1219200" y="3199538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9A6B3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219200" y="3199538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CFBF8"/>
                </a:solidFill>
                <a:latin typeface="Instrument Sans"/>
              </a:rPr>
              <a:t>100%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09002" y="3199538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B18C65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2709002" y="3199538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77%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98804" y="3199538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BD9F7E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198804" y="3199538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64%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88607" y="3199538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C6AC8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688607" y="3199538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55%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78409" y="3199538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8668212" y="3199538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10158014" y="3199538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1219200" y="3866424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9A6B3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219200" y="3866424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CFBF8"/>
                </a:solidFill>
                <a:latin typeface="Instrument Sans"/>
              </a:rPr>
              <a:t>100%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09002" y="3866424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AE885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2709002" y="3866424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80%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98804" y="3866424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B89874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198804" y="3866424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69%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88607" y="3866424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7178409" y="3866424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8668212" y="3866424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10158014" y="3866424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Rounded Rectangle 77"/>
          <p:cNvSpPr/>
          <p:nvPr/>
        </p:nvSpPr>
        <p:spPr>
          <a:xfrm>
            <a:off x="1219200" y="453331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9A6B3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219200" y="453331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CFBF8"/>
                </a:solidFill>
                <a:latin typeface="Instrument Sans"/>
              </a:rPr>
              <a:t>100%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709002" y="453331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B28F6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709002" y="453331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75%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198804" y="453331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5688607" y="453331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7178409" y="453331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8668212" y="453331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10158014" y="4533310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1219200" y="520019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9A6B3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1219200" y="520019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CFBF8"/>
                </a:solidFill>
                <a:latin typeface="Instrument Sans"/>
              </a:rPr>
              <a:t>100%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709002" y="520019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4198804" y="520019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5688607" y="520019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7178409" y="520019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3" name="Rounded Rectangle 92"/>
          <p:cNvSpPr/>
          <p:nvPr/>
        </p:nvSpPr>
        <p:spPr>
          <a:xfrm>
            <a:off x="8668212" y="520019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Rounded Rectangle 93"/>
          <p:cNvSpPr/>
          <p:nvPr/>
        </p:nvSpPr>
        <p:spPr>
          <a:xfrm>
            <a:off x="10158014" y="5200196"/>
            <a:ext cx="1485040" cy="662124"/>
          </a:xfrm>
          <a:prstGeom prst="roundRect">
            <a:avLst>
              <a:gd name="adj" fmla="val 2877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798255" y="5923280"/>
            <a:ext cx="118534" cy="11176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8916788" y="5923280"/>
            <a:ext cx="118534" cy="11176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9035321" y="5923280"/>
            <a:ext cx="118534" cy="11176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9153855" y="5923280"/>
            <a:ext cx="118534" cy="111760"/>
          </a:xfrm>
          <a:prstGeom prst="rect">
            <a:avLst/>
          </a:prstGeom>
          <a:solidFill>
            <a:srgbClr val="EF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9272388" y="5923280"/>
            <a:ext cx="118534" cy="111760"/>
          </a:xfrm>
          <a:prstGeom prst="rect">
            <a:avLst/>
          </a:prstGeom>
          <a:solidFill>
            <a:srgbClr val="EBE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390921" y="5923280"/>
            <a:ext cx="118534" cy="111760"/>
          </a:xfrm>
          <a:prstGeom prst="rect">
            <a:avLst/>
          </a:prstGeom>
          <a:solidFill>
            <a:srgbClr val="E7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9509455" y="5923280"/>
            <a:ext cx="118534" cy="111760"/>
          </a:xfrm>
          <a:prstGeom prst="rect">
            <a:avLst/>
          </a:prstGeom>
          <a:solidFill>
            <a:srgbClr val="E2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9627988" y="5923280"/>
            <a:ext cx="118534" cy="111760"/>
          </a:xfrm>
          <a:prstGeom prst="rect">
            <a:avLst/>
          </a:prstGeom>
          <a:solidFill>
            <a:srgbClr val="DE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9746521" y="5923280"/>
            <a:ext cx="118534" cy="111760"/>
          </a:xfrm>
          <a:prstGeom prst="rect">
            <a:avLst/>
          </a:prstGeom>
          <a:solidFill>
            <a:srgbClr val="DAC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9865055" y="5923280"/>
            <a:ext cx="118534" cy="111760"/>
          </a:xfrm>
          <a:prstGeom prst="rect">
            <a:avLst/>
          </a:prstGeom>
          <a:solidFill>
            <a:srgbClr val="D6C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9983588" y="5923280"/>
            <a:ext cx="118534" cy="111760"/>
          </a:xfrm>
          <a:prstGeom prst="rect">
            <a:avLst/>
          </a:prstGeom>
          <a:solidFill>
            <a:srgbClr val="D1B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10102121" y="5923280"/>
            <a:ext cx="118534" cy="111760"/>
          </a:xfrm>
          <a:prstGeom prst="rect">
            <a:avLst/>
          </a:prstGeom>
          <a:solidFill>
            <a:srgbClr val="CDB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220655" y="5923280"/>
            <a:ext cx="118534" cy="111760"/>
          </a:xfrm>
          <a:prstGeom prst="rect">
            <a:avLst/>
          </a:prstGeom>
          <a:solidFill>
            <a:srgbClr val="C9B0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10339188" y="5923280"/>
            <a:ext cx="118534" cy="111760"/>
          </a:xfrm>
          <a:prstGeom prst="rect">
            <a:avLst/>
          </a:prstGeom>
          <a:solidFill>
            <a:srgbClr val="C5A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0457721" y="5923280"/>
            <a:ext cx="118534" cy="111760"/>
          </a:xfrm>
          <a:prstGeom prst="rect">
            <a:avLst/>
          </a:prstGeom>
          <a:solidFill>
            <a:srgbClr val="C0A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576255" y="5923280"/>
            <a:ext cx="118534" cy="111760"/>
          </a:xfrm>
          <a:prstGeom prst="rect">
            <a:avLst/>
          </a:prstGeom>
          <a:solidFill>
            <a:srgbClr val="BC9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10694788" y="5923280"/>
            <a:ext cx="118534" cy="111760"/>
          </a:xfrm>
          <a:prstGeom prst="rect">
            <a:avLst/>
          </a:prstGeom>
          <a:solidFill>
            <a:srgbClr val="B89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0813321" y="5923280"/>
            <a:ext cx="118534" cy="111760"/>
          </a:xfrm>
          <a:prstGeom prst="rect">
            <a:avLst/>
          </a:prstGeom>
          <a:solidFill>
            <a:srgbClr val="B4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931855" y="5923280"/>
            <a:ext cx="118534" cy="111760"/>
          </a:xfrm>
          <a:prstGeom prst="rect">
            <a:avLst/>
          </a:prstGeom>
          <a:solidFill>
            <a:srgbClr val="A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11050388" y="5923280"/>
            <a:ext cx="118534" cy="111760"/>
          </a:xfrm>
          <a:prstGeom prst="rect">
            <a:avLst/>
          </a:prstGeom>
          <a:solidFill>
            <a:srgbClr val="AB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11168921" y="5923280"/>
            <a:ext cx="118534" cy="111760"/>
          </a:xfrm>
          <a:prstGeom prst="rect">
            <a:avLst/>
          </a:prstGeom>
          <a:solidFill>
            <a:srgbClr val="A77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1287455" y="5923280"/>
            <a:ext cx="118534" cy="111760"/>
          </a:xfrm>
          <a:prstGeom prst="rect">
            <a:avLst/>
          </a:prstGeom>
          <a:solidFill>
            <a:srgbClr val="A37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11405988" y="5923280"/>
            <a:ext cx="118534" cy="111760"/>
          </a:xfrm>
          <a:prstGeom prst="rect">
            <a:avLst/>
          </a:prstGeom>
          <a:solidFill>
            <a:srgbClr val="9E7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11524521" y="5923280"/>
            <a:ext cx="118534" cy="111760"/>
          </a:xfrm>
          <a:prstGeom prst="rect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798255" y="6065520"/>
            <a:ext cx="1422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0%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20655" y="6065520"/>
            <a:ext cx="1422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