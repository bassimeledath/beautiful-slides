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81514"/>
                </a:solidFill>
                <a:latin typeface="Fraunces"/>
              </a:rPr>
              <a:t>Weekly cohort retention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19200" y="914400"/>
            <a:ext cx="1485040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Newsreader"/>
              </a:rPr>
              <a:t>Week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09002" y="914400"/>
            <a:ext cx="1485040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Newsreader"/>
              </a:rPr>
              <a:t>Week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98804" y="914400"/>
            <a:ext cx="1485040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Newsreader"/>
              </a:rPr>
              <a:t>Week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88607" y="914400"/>
            <a:ext cx="1485040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Newsreader"/>
              </a:rPr>
              <a:t>Week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78409" y="914400"/>
            <a:ext cx="1485040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Newsreader"/>
              </a:rPr>
              <a:t>Week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68212" y="914400"/>
            <a:ext cx="1485040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Newsreader"/>
              </a:rPr>
              <a:t>Week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58014" y="914400"/>
            <a:ext cx="1485040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Newsreader"/>
              </a:rPr>
              <a:t>Week 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198880"/>
            <a:ext cx="609600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181514"/>
                </a:solidFill>
                <a:latin typeface="Newsreader"/>
              </a:rPr>
              <a:t>Jan W1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865766"/>
            <a:ext cx="609600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181514"/>
                </a:solidFill>
                <a:latin typeface="Newsreader"/>
              </a:rPr>
              <a:t>Jan W2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532652"/>
            <a:ext cx="609600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181514"/>
                </a:solidFill>
                <a:latin typeface="Newsreader"/>
              </a:rPr>
              <a:t>Jan W3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199538"/>
            <a:ext cx="609600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181514"/>
                </a:solidFill>
                <a:latin typeface="Newsreader"/>
              </a:rPr>
              <a:t>Feb W1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866424"/>
            <a:ext cx="609600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181514"/>
                </a:solidFill>
                <a:latin typeface="Newsreader"/>
              </a:rPr>
              <a:t>Feb W2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533310"/>
            <a:ext cx="609600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181514"/>
                </a:solidFill>
                <a:latin typeface="Newsreader"/>
              </a:rPr>
              <a:t>Feb W3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200196"/>
            <a:ext cx="609600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181514"/>
                </a:solidFill>
                <a:latin typeface="Newsreader"/>
              </a:rPr>
              <a:t>Mar W1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19200" y="1198880"/>
            <a:ext cx="1485040" cy="662124"/>
          </a:xfrm>
          <a:prstGeom prst="rect">
            <a:avLst/>
          </a:prstGeom>
          <a:solidFill>
            <a:srgbClr val="9C5B00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219200" y="1198880"/>
            <a:ext cx="1485040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6F1E8"/>
                </a:solidFill>
                <a:latin typeface="IBM Plex Mono"/>
              </a:rPr>
              <a:t>100%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09002" y="1198880"/>
            <a:ext cx="1485040" cy="662124"/>
          </a:xfrm>
          <a:prstGeom prst="rect">
            <a:avLst/>
          </a:prstGeom>
          <a:solidFill>
            <a:srgbClr val="AC762A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2709002" y="1198880"/>
            <a:ext cx="1485040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82%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98804" y="1198880"/>
            <a:ext cx="1485040" cy="662124"/>
          </a:xfrm>
          <a:prstGeom prst="rect">
            <a:avLst/>
          </a:prstGeom>
          <a:solidFill>
            <a:srgbClr val="B68643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198804" y="1198880"/>
            <a:ext cx="1485040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71%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88607" y="1198880"/>
            <a:ext cx="1485040" cy="662124"/>
          </a:xfrm>
          <a:prstGeom prst="rect">
            <a:avLst/>
          </a:prstGeom>
          <a:solidFill>
            <a:srgbClr val="BC9051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688607" y="1198880"/>
            <a:ext cx="1485040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65%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78409" y="1198880"/>
            <a:ext cx="1485040" cy="662124"/>
          </a:xfrm>
          <a:prstGeom prst="rect">
            <a:avLst/>
          </a:prstGeom>
          <a:solidFill>
            <a:srgbClr val="C29A61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178409" y="1198880"/>
            <a:ext cx="1485040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58%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68212" y="1198880"/>
            <a:ext cx="1485040" cy="662124"/>
          </a:xfrm>
          <a:prstGeom prst="rect">
            <a:avLst/>
          </a:prstGeom>
          <a:solidFill>
            <a:srgbClr val="C7A36F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668212" y="1198880"/>
            <a:ext cx="1485040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52%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158014" y="1198880"/>
            <a:ext cx="1485040" cy="662124"/>
          </a:xfrm>
          <a:prstGeom prst="rect">
            <a:avLst/>
          </a:prstGeom>
          <a:solidFill>
            <a:srgbClr val="CBA979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10158014" y="1198880"/>
            <a:ext cx="1485040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48%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219200" y="1865766"/>
            <a:ext cx="1485040" cy="662124"/>
          </a:xfrm>
          <a:prstGeom prst="rect">
            <a:avLst/>
          </a:prstGeom>
          <a:solidFill>
            <a:srgbClr val="9C5B00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1219200" y="1865766"/>
            <a:ext cx="1485040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6F1E8"/>
                </a:solidFill>
                <a:latin typeface="IBM Plex Mono"/>
              </a:rPr>
              <a:t>100%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09002" y="1865766"/>
            <a:ext cx="1485040" cy="662124"/>
          </a:xfrm>
          <a:prstGeom prst="rect">
            <a:avLst/>
          </a:prstGeom>
          <a:solidFill>
            <a:srgbClr val="AF7A31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2709002" y="1865766"/>
            <a:ext cx="1485040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79%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98804" y="1865766"/>
            <a:ext cx="1485040" cy="662124"/>
          </a:xfrm>
          <a:prstGeom prst="rect">
            <a:avLst/>
          </a:prstGeom>
          <a:solidFill>
            <a:srgbClr val="B98B4A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4198804" y="1865766"/>
            <a:ext cx="1485040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68%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88607" y="1865766"/>
            <a:ext cx="1485040" cy="662124"/>
          </a:xfrm>
          <a:prstGeom prst="rect">
            <a:avLst/>
          </a:prstGeom>
          <a:solidFill>
            <a:srgbClr val="C0975D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5688607" y="1865766"/>
            <a:ext cx="1485040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60%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78409" y="1865766"/>
            <a:ext cx="1485040" cy="662124"/>
          </a:xfrm>
          <a:prstGeom prst="rect">
            <a:avLst/>
          </a:prstGeom>
          <a:solidFill>
            <a:srgbClr val="C5A06B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7178409" y="1865766"/>
            <a:ext cx="1485040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54%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668212" y="1865766"/>
            <a:ext cx="1485040" cy="662124"/>
          </a:xfrm>
          <a:prstGeom prst="rect">
            <a:avLst/>
          </a:prstGeom>
          <a:solidFill>
            <a:srgbClr val="CAA876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8668212" y="1865766"/>
            <a:ext cx="1485040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49%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158014" y="1865766"/>
            <a:ext cx="1485040" cy="662124"/>
          </a:xfrm>
          <a:prstGeom prst="rect">
            <a:avLst/>
          </a:prstGeom>
          <a:solidFill>
            <a:srgbClr val="F6F1E8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5" name="Rectangle 44"/>
          <p:cNvSpPr/>
          <p:nvPr/>
        </p:nvSpPr>
        <p:spPr>
          <a:xfrm>
            <a:off x="1219200" y="2532652"/>
            <a:ext cx="1485040" cy="662124"/>
          </a:xfrm>
          <a:prstGeom prst="rect">
            <a:avLst/>
          </a:prstGeom>
          <a:solidFill>
            <a:srgbClr val="9C5B00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1219200" y="2532652"/>
            <a:ext cx="1485040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6F1E8"/>
                </a:solidFill>
                <a:latin typeface="IBM Plex Mono"/>
              </a:rPr>
              <a:t>100%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09002" y="2532652"/>
            <a:ext cx="1485040" cy="662124"/>
          </a:xfrm>
          <a:prstGeom prst="rect">
            <a:avLst/>
          </a:prstGeom>
          <a:solidFill>
            <a:srgbClr val="AA7325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2709002" y="2532652"/>
            <a:ext cx="1485040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84%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98804" y="2532652"/>
            <a:ext cx="1485040" cy="662124"/>
          </a:xfrm>
          <a:prstGeom prst="rect">
            <a:avLst/>
          </a:prstGeom>
          <a:solidFill>
            <a:srgbClr val="B4843F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4198804" y="2532652"/>
            <a:ext cx="1485040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73%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688607" y="2532652"/>
            <a:ext cx="1485040" cy="662124"/>
          </a:xfrm>
          <a:prstGeom prst="rect">
            <a:avLst/>
          </a:prstGeom>
          <a:solidFill>
            <a:srgbClr val="BB8E4F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5688607" y="2532652"/>
            <a:ext cx="1485040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66%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178409" y="2532652"/>
            <a:ext cx="1485040" cy="662124"/>
          </a:xfrm>
          <a:prstGeom prst="rect">
            <a:avLst/>
          </a:prstGeom>
          <a:solidFill>
            <a:srgbClr val="C1985F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7178409" y="2532652"/>
            <a:ext cx="1485040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59%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668212" y="2532652"/>
            <a:ext cx="1485040" cy="662124"/>
          </a:xfrm>
          <a:prstGeom prst="rect">
            <a:avLst/>
          </a:prstGeom>
          <a:solidFill>
            <a:srgbClr val="F6F1E8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6" name="Rectangle 55"/>
          <p:cNvSpPr/>
          <p:nvPr/>
        </p:nvSpPr>
        <p:spPr>
          <a:xfrm>
            <a:off x="10158014" y="2532652"/>
            <a:ext cx="1485040" cy="662124"/>
          </a:xfrm>
          <a:prstGeom prst="rect">
            <a:avLst/>
          </a:prstGeom>
          <a:solidFill>
            <a:srgbClr val="F6F1E8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7" name="Rectangle 56"/>
          <p:cNvSpPr/>
          <p:nvPr/>
        </p:nvSpPr>
        <p:spPr>
          <a:xfrm>
            <a:off x="1219200" y="3199538"/>
            <a:ext cx="1485040" cy="662124"/>
          </a:xfrm>
          <a:prstGeom prst="rect">
            <a:avLst/>
          </a:prstGeom>
          <a:solidFill>
            <a:srgbClr val="9C5B00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1219200" y="3199538"/>
            <a:ext cx="1485040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6F1E8"/>
                </a:solidFill>
                <a:latin typeface="IBM Plex Mono"/>
              </a:rPr>
              <a:t>100%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09002" y="3199538"/>
            <a:ext cx="1485040" cy="662124"/>
          </a:xfrm>
          <a:prstGeom prst="rect">
            <a:avLst/>
          </a:prstGeom>
          <a:solidFill>
            <a:srgbClr val="B17E35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2709002" y="3199538"/>
            <a:ext cx="1485040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77%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198804" y="3199538"/>
            <a:ext cx="1485040" cy="662124"/>
          </a:xfrm>
          <a:prstGeom prst="rect">
            <a:avLst/>
          </a:prstGeom>
          <a:solidFill>
            <a:srgbClr val="BC9154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4198804" y="3199538"/>
            <a:ext cx="1485040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64%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688607" y="3199538"/>
            <a:ext cx="1485040" cy="662124"/>
          </a:xfrm>
          <a:prstGeom prst="rect">
            <a:avLst/>
          </a:prstGeom>
          <a:solidFill>
            <a:srgbClr val="C49E68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5688607" y="3199538"/>
            <a:ext cx="1485040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55%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178409" y="3199538"/>
            <a:ext cx="1485040" cy="662124"/>
          </a:xfrm>
          <a:prstGeom prst="rect">
            <a:avLst/>
          </a:prstGeom>
          <a:solidFill>
            <a:srgbClr val="F6F1E8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6" name="Rectangle 65"/>
          <p:cNvSpPr/>
          <p:nvPr/>
        </p:nvSpPr>
        <p:spPr>
          <a:xfrm>
            <a:off x="8668212" y="3199538"/>
            <a:ext cx="1485040" cy="662124"/>
          </a:xfrm>
          <a:prstGeom prst="rect">
            <a:avLst/>
          </a:prstGeom>
          <a:solidFill>
            <a:srgbClr val="F6F1E8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7" name="Rectangle 66"/>
          <p:cNvSpPr/>
          <p:nvPr/>
        </p:nvSpPr>
        <p:spPr>
          <a:xfrm>
            <a:off x="10158014" y="3199538"/>
            <a:ext cx="1485040" cy="662124"/>
          </a:xfrm>
          <a:prstGeom prst="rect">
            <a:avLst/>
          </a:prstGeom>
          <a:solidFill>
            <a:srgbClr val="F6F1E8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8" name="Rectangle 67"/>
          <p:cNvSpPr/>
          <p:nvPr/>
        </p:nvSpPr>
        <p:spPr>
          <a:xfrm>
            <a:off x="1219200" y="3866424"/>
            <a:ext cx="1485040" cy="662124"/>
          </a:xfrm>
          <a:prstGeom prst="rect">
            <a:avLst/>
          </a:prstGeom>
          <a:solidFill>
            <a:srgbClr val="9C5B00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1219200" y="3866424"/>
            <a:ext cx="1485040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6F1E8"/>
                </a:solidFill>
                <a:latin typeface="IBM Plex Mono"/>
              </a:rPr>
              <a:t>100%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709002" y="3866424"/>
            <a:ext cx="1485040" cy="662124"/>
          </a:xfrm>
          <a:prstGeom prst="rect">
            <a:avLst/>
          </a:prstGeom>
          <a:solidFill>
            <a:srgbClr val="AE792E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2709002" y="3866424"/>
            <a:ext cx="1485040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80%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198804" y="3866424"/>
            <a:ext cx="1485040" cy="662124"/>
          </a:xfrm>
          <a:prstGeom prst="rect">
            <a:avLst/>
          </a:prstGeom>
          <a:solidFill>
            <a:srgbClr val="B88A48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4198804" y="3866424"/>
            <a:ext cx="1485040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69%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688607" y="3866424"/>
            <a:ext cx="1485040" cy="662124"/>
          </a:xfrm>
          <a:prstGeom prst="rect">
            <a:avLst/>
          </a:prstGeom>
          <a:solidFill>
            <a:srgbClr val="F6F1E8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5" name="Rectangle 74"/>
          <p:cNvSpPr/>
          <p:nvPr/>
        </p:nvSpPr>
        <p:spPr>
          <a:xfrm>
            <a:off x="7178409" y="3866424"/>
            <a:ext cx="1485040" cy="662124"/>
          </a:xfrm>
          <a:prstGeom prst="rect">
            <a:avLst/>
          </a:prstGeom>
          <a:solidFill>
            <a:srgbClr val="F6F1E8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6" name="Rectangle 75"/>
          <p:cNvSpPr/>
          <p:nvPr/>
        </p:nvSpPr>
        <p:spPr>
          <a:xfrm>
            <a:off x="8668212" y="3866424"/>
            <a:ext cx="1485040" cy="662124"/>
          </a:xfrm>
          <a:prstGeom prst="rect">
            <a:avLst/>
          </a:prstGeom>
          <a:solidFill>
            <a:srgbClr val="F6F1E8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7" name="Rectangle 76"/>
          <p:cNvSpPr/>
          <p:nvPr/>
        </p:nvSpPr>
        <p:spPr>
          <a:xfrm>
            <a:off x="10158014" y="3866424"/>
            <a:ext cx="1485040" cy="662124"/>
          </a:xfrm>
          <a:prstGeom prst="rect">
            <a:avLst/>
          </a:prstGeom>
          <a:solidFill>
            <a:srgbClr val="F6F1E8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8" name="Rectangle 77"/>
          <p:cNvSpPr/>
          <p:nvPr/>
        </p:nvSpPr>
        <p:spPr>
          <a:xfrm>
            <a:off x="1219200" y="4533310"/>
            <a:ext cx="1485040" cy="662124"/>
          </a:xfrm>
          <a:prstGeom prst="rect">
            <a:avLst/>
          </a:prstGeom>
          <a:solidFill>
            <a:srgbClr val="9C5B00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9" name="TextBox 78"/>
          <p:cNvSpPr txBox="1"/>
          <p:nvPr/>
        </p:nvSpPr>
        <p:spPr>
          <a:xfrm>
            <a:off x="1219200" y="4533310"/>
            <a:ext cx="1485040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6F1E8"/>
                </a:solidFill>
                <a:latin typeface="IBM Plex Mono"/>
              </a:rPr>
              <a:t>100%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709002" y="4533310"/>
            <a:ext cx="1485040" cy="662124"/>
          </a:xfrm>
          <a:prstGeom prst="rect">
            <a:avLst/>
          </a:prstGeom>
          <a:solidFill>
            <a:srgbClr val="B2803A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81" name="TextBox 80"/>
          <p:cNvSpPr txBox="1"/>
          <p:nvPr/>
        </p:nvSpPr>
        <p:spPr>
          <a:xfrm>
            <a:off x="2709002" y="4533310"/>
            <a:ext cx="1485040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75%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198804" y="4533310"/>
            <a:ext cx="1485040" cy="662124"/>
          </a:xfrm>
          <a:prstGeom prst="rect">
            <a:avLst/>
          </a:prstGeom>
          <a:solidFill>
            <a:srgbClr val="F6F1E8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83" name="Rectangle 82"/>
          <p:cNvSpPr/>
          <p:nvPr/>
        </p:nvSpPr>
        <p:spPr>
          <a:xfrm>
            <a:off x="5688607" y="4533310"/>
            <a:ext cx="1485040" cy="662124"/>
          </a:xfrm>
          <a:prstGeom prst="rect">
            <a:avLst/>
          </a:prstGeom>
          <a:solidFill>
            <a:srgbClr val="F6F1E8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84" name="Rectangle 83"/>
          <p:cNvSpPr/>
          <p:nvPr/>
        </p:nvSpPr>
        <p:spPr>
          <a:xfrm>
            <a:off x="7178409" y="4533310"/>
            <a:ext cx="1485040" cy="662124"/>
          </a:xfrm>
          <a:prstGeom prst="rect">
            <a:avLst/>
          </a:prstGeom>
          <a:solidFill>
            <a:srgbClr val="F6F1E8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85" name="Rectangle 84"/>
          <p:cNvSpPr/>
          <p:nvPr/>
        </p:nvSpPr>
        <p:spPr>
          <a:xfrm>
            <a:off x="8668212" y="4533310"/>
            <a:ext cx="1485040" cy="662124"/>
          </a:xfrm>
          <a:prstGeom prst="rect">
            <a:avLst/>
          </a:prstGeom>
          <a:solidFill>
            <a:srgbClr val="F6F1E8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86" name="Rectangle 85"/>
          <p:cNvSpPr/>
          <p:nvPr/>
        </p:nvSpPr>
        <p:spPr>
          <a:xfrm>
            <a:off x="10158014" y="4533310"/>
            <a:ext cx="1485040" cy="662124"/>
          </a:xfrm>
          <a:prstGeom prst="rect">
            <a:avLst/>
          </a:prstGeom>
          <a:solidFill>
            <a:srgbClr val="F6F1E8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87" name="Rectangle 86"/>
          <p:cNvSpPr/>
          <p:nvPr/>
        </p:nvSpPr>
        <p:spPr>
          <a:xfrm>
            <a:off x="1219200" y="5200196"/>
            <a:ext cx="1485040" cy="662124"/>
          </a:xfrm>
          <a:prstGeom prst="rect">
            <a:avLst/>
          </a:prstGeom>
          <a:solidFill>
            <a:srgbClr val="9C5B00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88" name="TextBox 87"/>
          <p:cNvSpPr txBox="1"/>
          <p:nvPr/>
        </p:nvSpPr>
        <p:spPr>
          <a:xfrm>
            <a:off x="1219200" y="5200196"/>
            <a:ext cx="1485040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6F1E8"/>
                </a:solidFill>
                <a:latin typeface="IBM Plex Mono"/>
              </a:rPr>
              <a:t>100%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709002" y="5200196"/>
            <a:ext cx="1485040" cy="662124"/>
          </a:xfrm>
          <a:prstGeom prst="rect">
            <a:avLst/>
          </a:prstGeom>
          <a:solidFill>
            <a:srgbClr val="F6F1E8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0" name="Rectangle 89"/>
          <p:cNvSpPr/>
          <p:nvPr/>
        </p:nvSpPr>
        <p:spPr>
          <a:xfrm>
            <a:off x="4198804" y="5200196"/>
            <a:ext cx="1485040" cy="662124"/>
          </a:xfrm>
          <a:prstGeom prst="rect">
            <a:avLst/>
          </a:prstGeom>
          <a:solidFill>
            <a:srgbClr val="F6F1E8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1" name="Rectangle 90"/>
          <p:cNvSpPr/>
          <p:nvPr/>
        </p:nvSpPr>
        <p:spPr>
          <a:xfrm>
            <a:off x="5688607" y="5200196"/>
            <a:ext cx="1485040" cy="662124"/>
          </a:xfrm>
          <a:prstGeom prst="rect">
            <a:avLst/>
          </a:prstGeom>
          <a:solidFill>
            <a:srgbClr val="F6F1E8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2" name="Rectangle 91"/>
          <p:cNvSpPr/>
          <p:nvPr/>
        </p:nvSpPr>
        <p:spPr>
          <a:xfrm>
            <a:off x="7178409" y="5200196"/>
            <a:ext cx="1485040" cy="662124"/>
          </a:xfrm>
          <a:prstGeom prst="rect">
            <a:avLst/>
          </a:prstGeom>
          <a:solidFill>
            <a:srgbClr val="F6F1E8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3" name="Rectangle 92"/>
          <p:cNvSpPr/>
          <p:nvPr/>
        </p:nvSpPr>
        <p:spPr>
          <a:xfrm>
            <a:off x="8668212" y="5200196"/>
            <a:ext cx="1485040" cy="662124"/>
          </a:xfrm>
          <a:prstGeom prst="rect">
            <a:avLst/>
          </a:prstGeom>
          <a:solidFill>
            <a:srgbClr val="F6F1E8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4" name="Rectangle 93"/>
          <p:cNvSpPr/>
          <p:nvPr/>
        </p:nvSpPr>
        <p:spPr>
          <a:xfrm>
            <a:off x="10158014" y="5200196"/>
            <a:ext cx="1485040" cy="662124"/>
          </a:xfrm>
          <a:prstGeom prst="rect">
            <a:avLst/>
          </a:prstGeom>
          <a:solidFill>
            <a:srgbClr val="F6F1E8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5" name="Rectangle 94"/>
          <p:cNvSpPr/>
          <p:nvPr/>
        </p:nvSpPr>
        <p:spPr>
          <a:xfrm>
            <a:off x="8798255" y="5923280"/>
            <a:ext cx="118534" cy="111760"/>
          </a:xfrm>
          <a:prstGeom prst="rect">
            <a:avLst/>
          </a:prstGeom>
          <a:solidFill>
            <a:srgbClr val="F6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6" name="Rectangle 95"/>
          <p:cNvSpPr/>
          <p:nvPr/>
        </p:nvSpPr>
        <p:spPr>
          <a:xfrm>
            <a:off x="8916788" y="5923280"/>
            <a:ext cx="118534" cy="111760"/>
          </a:xfrm>
          <a:prstGeom prst="rect">
            <a:avLst/>
          </a:prstGeom>
          <a:solidFill>
            <a:srgbClr val="F2E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7" name="Rectangle 96"/>
          <p:cNvSpPr/>
          <p:nvPr/>
        </p:nvSpPr>
        <p:spPr>
          <a:xfrm>
            <a:off x="9035321" y="5923280"/>
            <a:ext cx="118534" cy="111760"/>
          </a:xfrm>
          <a:prstGeom prst="rect">
            <a:avLst/>
          </a:prstGeom>
          <a:solidFill>
            <a:srgbClr val="EEE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8" name="Rectangle 97"/>
          <p:cNvSpPr/>
          <p:nvPr/>
        </p:nvSpPr>
        <p:spPr>
          <a:xfrm>
            <a:off x="9153855" y="5923280"/>
            <a:ext cx="118534" cy="111760"/>
          </a:xfrm>
          <a:prstGeom prst="rect">
            <a:avLst/>
          </a:prstGeom>
          <a:solidFill>
            <a:srgbClr val="EADD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9" name="Rectangle 98"/>
          <p:cNvSpPr/>
          <p:nvPr/>
        </p:nvSpPr>
        <p:spPr>
          <a:xfrm>
            <a:off x="9272388" y="5923280"/>
            <a:ext cx="118534" cy="111760"/>
          </a:xfrm>
          <a:prstGeom prst="rect">
            <a:avLst/>
          </a:prstGeom>
          <a:solidFill>
            <a:srgbClr val="E6D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0" name="Rectangle 99"/>
          <p:cNvSpPr/>
          <p:nvPr/>
        </p:nvSpPr>
        <p:spPr>
          <a:xfrm>
            <a:off x="9390921" y="5923280"/>
            <a:ext cx="118534" cy="111760"/>
          </a:xfrm>
          <a:prstGeom prst="rect">
            <a:avLst/>
          </a:prstGeom>
          <a:solidFill>
            <a:srgbClr val="E2D0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1" name="Rectangle 100"/>
          <p:cNvSpPr/>
          <p:nvPr/>
        </p:nvSpPr>
        <p:spPr>
          <a:xfrm>
            <a:off x="9509455" y="5923280"/>
            <a:ext cx="118534" cy="111760"/>
          </a:xfrm>
          <a:prstGeom prst="rect">
            <a:avLst/>
          </a:prstGeom>
          <a:solidFill>
            <a:srgbClr val="DFCA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2" name="Rectangle 101"/>
          <p:cNvSpPr/>
          <p:nvPr/>
        </p:nvSpPr>
        <p:spPr>
          <a:xfrm>
            <a:off x="9627988" y="5923280"/>
            <a:ext cx="118534" cy="111760"/>
          </a:xfrm>
          <a:prstGeom prst="rect">
            <a:avLst/>
          </a:prstGeom>
          <a:solidFill>
            <a:srgbClr val="DBC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3" name="Rectangle 102"/>
          <p:cNvSpPr/>
          <p:nvPr/>
        </p:nvSpPr>
        <p:spPr>
          <a:xfrm>
            <a:off x="9746521" y="5923280"/>
            <a:ext cx="118534" cy="111760"/>
          </a:xfrm>
          <a:prstGeom prst="rect">
            <a:avLst/>
          </a:prstGeom>
          <a:solidFill>
            <a:srgbClr val="D7BD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4" name="Rectangle 103"/>
          <p:cNvSpPr/>
          <p:nvPr/>
        </p:nvSpPr>
        <p:spPr>
          <a:xfrm>
            <a:off x="9865055" y="5923280"/>
            <a:ext cx="118534" cy="111760"/>
          </a:xfrm>
          <a:prstGeom prst="rect">
            <a:avLst/>
          </a:prstGeom>
          <a:solidFill>
            <a:srgbClr val="D3B6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5" name="Rectangle 104"/>
          <p:cNvSpPr/>
          <p:nvPr/>
        </p:nvSpPr>
        <p:spPr>
          <a:xfrm>
            <a:off x="9983588" y="5923280"/>
            <a:ext cx="118534" cy="111760"/>
          </a:xfrm>
          <a:prstGeom prst="rect">
            <a:avLst/>
          </a:prstGeom>
          <a:solidFill>
            <a:srgbClr val="CFB0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6" name="Rectangle 105"/>
          <p:cNvSpPr/>
          <p:nvPr/>
        </p:nvSpPr>
        <p:spPr>
          <a:xfrm>
            <a:off x="10102121" y="5923280"/>
            <a:ext cx="118534" cy="111760"/>
          </a:xfrm>
          <a:prstGeom prst="rect">
            <a:avLst/>
          </a:prstGeom>
          <a:solidFill>
            <a:srgbClr val="CBA9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7" name="Rectangle 106"/>
          <p:cNvSpPr/>
          <p:nvPr/>
        </p:nvSpPr>
        <p:spPr>
          <a:xfrm>
            <a:off x="10220655" y="5923280"/>
            <a:ext cx="118534" cy="111760"/>
          </a:xfrm>
          <a:prstGeom prst="rect">
            <a:avLst/>
          </a:prstGeom>
          <a:solidFill>
            <a:srgbClr val="C7A3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8" name="Rectangle 107"/>
          <p:cNvSpPr/>
          <p:nvPr/>
        </p:nvSpPr>
        <p:spPr>
          <a:xfrm>
            <a:off x="10339188" y="5923280"/>
            <a:ext cx="118534" cy="111760"/>
          </a:xfrm>
          <a:prstGeom prst="rect">
            <a:avLst/>
          </a:prstGeom>
          <a:solidFill>
            <a:srgbClr val="C39C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9" name="Rectangle 108"/>
          <p:cNvSpPr/>
          <p:nvPr/>
        </p:nvSpPr>
        <p:spPr>
          <a:xfrm>
            <a:off x="10457721" y="5923280"/>
            <a:ext cx="118534" cy="111760"/>
          </a:xfrm>
          <a:prstGeom prst="rect">
            <a:avLst/>
          </a:prstGeom>
          <a:solidFill>
            <a:srgbClr val="BF96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0" name="Rectangle 109"/>
          <p:cNvSpPr/>
          <p:nvPr/>
        </p:nvSpPr>
        <p:spPr>
          <a:xfrm>
            <a:off x="10576255" y="5923280"/>
            <a:ext cx="118534" cy="111760"/>
          </a:xfrm>
          <a:prstGeom prst="rect">
            <a:avLst/>
          </a:prstGeom>
          <a:solidFill>
            <a:srgbClr val="BB8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1" name="Rectangle 110"/>
          <p:cNvSpPr/>
          <p:nvPr/>
        </p:nvSpPr>
        <p:spPr>
          <a:xfrm>
            <a:off x="10694788" y="5923280"/>
            <a:ext cx="118534" cy="111760"/>
          </a:xfrm>
          <a:prstGeom prst="rect">
            <a:avLst/>
          </a:prstGeom>
          <a:solidFill>
            <a:srgbClr val="B789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2" name="Rectangle 111"/>
          <p:cNvSpPr/>
          <p:nvPr/>
        </p:nvSpPr>
        <p:spPr>
          <a:xfrm>
            <a:off x="10813321" y="5923280"/>
            <a:ext cx="118534" cy="111760"/>
          </a:xfrm>
          <a:prstGeom prst="rect">
            <a:avLst/>
          </a:prstGeom>
          <a:solidFill>
            <a:srgbClr val="B382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3" name="Rectangle 112"/>
          <p:cNvSpPr/>
          <p:nvPr/>
        </p:nvSpPr>
        <p:spPr>
          <a:xfrm>
            <a:off x="10931855" y="5923280"/>
            <a:ext cx="118534" cy="111760"/>
          </a:xfrm>
          <a:prstGeom prst="rect">
            <a:avLst/>
          </a:prstGeom>
          <a:solidFill>
            <a:srgbClr val="B07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4" name="Rectangle 113"/>
          <p:cNvSpPr/>
          <p:nvPr/>
        </p:nvSpPr>
        <p:spPr>
          <a:xfrm>
            <a:off x="11050388" y="5923280"/>
            <a:ext cx="118534" cy="111760"/>
          </a:xfrm>
          <a:prstGeom prst="rect">
            <a:avLst/>
          </a:prstGeom>
          <a:solidFill>
            <a:srgbClr val="AC7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5" name="Rectangle 114"/>
          <p:cNvSpPr/>
          <p:nvPr/>
        </p:nvSpPr>
        <p:spPr>
          <a:xfrm>
            <a:off x="11168921" y="5923280"/>
            <a:ext cx="118534" cy="111760"/>
          </a:xfrm>
          <a:prstGeom prst="rect">
            <a:avLst/>
          </a:prstGeom>
          <a:solidFill>
            <a:srgbClr val="A86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6" name="Rectangle 115"/>
          <p:cNvSpPr/>
          <p:nvPr/>
        </p:nvSpPr>
        <p:spPr>
          <a:xfrm>
            <a:off x="11287455" y="5923280"/>
            <a:ext cx="118534" cy="111760"/>
          </a:xfrm>
          <a:prstGeom prst="rect">
            <a:avLst/>
          </a:prstGeom>
          <a:solidFill>
            <a:srgbClr val="A46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7" name="Rectangle 116"/>
          <p:cNvSpPr/>
          <p:nvPr/>
        </p:nvSpPr>
        <p:spPr>
          <a:xfrm>
            <a:off x="11405988" y="5923280"/>
            <a:ext cx="118534" cy="111760"/>
          </a:xfrm>
          <a:prstGeom prst="rect">
            <a:avLst/>
          </a:prstGeom>
          <a:solidFill>
            <a:srgbClr val="A06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8" name="Rectangle 117"/>
          <p:cNvSpPr/>
          <p:nvPr/>
        </p:nvSpPr>
        <p:spPr>
          <a:xfrm>
            <a:off x="11524521" y="5923280"/>
            <a:ext cx="118534" cy="111760"/>
          </a:xfrm>
          <a:prstGeom prst="rect">
            <a:avLst/>
          </a:prstGeom>
          <a:solidFill>
            <a:srgbClr val="9C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9" name="TextBox 118"/>
          <p:cNvSpPr txBox="1"/>
          <p:nvPr/>
        </p:nvSpPr>
        <p:spPr>
          <a:xfrm>
            <a:off x="8798255" y="6065520"/>
            <a:ext cx="14224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81514"/>
                </a:solidFill>
                <a:latin typeface="IBM Plex Mono"/>
              </a:rPr>
              <a:t>0%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0220655" y="6065520"/>
            <a:ext cx="14224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81514"/>
                </a:solidFill>
                <a:latin typeface="IBM Plex Mono"/>
              </a:rPr>
              <a:t>100%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