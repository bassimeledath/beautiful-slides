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Weekly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3020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0848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8676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6504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332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2160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9988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5400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Jan 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40514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Jan 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5629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Jan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30743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Feb 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75858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Feb 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0972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Feb 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087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Mar W1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3020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03020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0848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4935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80848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8676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2804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58676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6504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1764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36504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332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F6A4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14332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92160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E603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92160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9988" y="1295400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E593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69988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3020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03020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0848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38E5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80848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8676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17B4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258676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68%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36504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06E4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36504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14332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F633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14332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92160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E5B3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92160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69988" y="1940514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303020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303020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80848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4975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780848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8676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2845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58676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36504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1784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36504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66%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14332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06C4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14332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59%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92160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0169988" y="2585629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1303020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303020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80848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38B5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780848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58676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1744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258676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64%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36504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F65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736504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14332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692160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10169988" y="3230743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1303020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303020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80848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3905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780848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58676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17D4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258676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69%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36504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7214332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8692160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10169988" y="3875858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1303020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303020" y="4520972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80848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2875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780848" y="4520972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75%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58676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5736504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7214332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8692160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10169988" y="4520972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1303020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17B26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303020" y="5166087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80848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4258676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5736504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7214332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8692160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10169988" y="5166087"/>
            <a:ext cx="1473066" cy="640352"/>
          </a:xfrm>
          <a:prstGeom prst="roundRect">
            <a:avLst>
              <a:gd name="adj" fmla="val 8924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442655" y="5875020"/>
            <a:ext cx="133351" cy="12573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8576005" y="5875020"/>
            <a:ext cx="133351" cy="125730"/>
          </a:xfrm>
          <a:prstGeom prst="rect">
            <a:avLst/>
          </a:prstGeom>
          <a:solidFill>
            <a:srgbClr val="06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8709355" y="5875020"/>
            <a:ext cx="133351" cy="125730"/>
          </a:xfrm>
          <a:prstGeom prst="rect">
            <a:avLst/>
          </a:prstGeom>
          <a:solidFill>
            <a:srgbClr val="07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842705" y="5875020"/>
            <a:ext cx="133351" cy="125730"/>
          </a:xfrm>
          <a:prstGeom prst="rect">
            <a:avLst/>
          </a:prstGeom>
          <a:solidFill>
            <a:srgbClr val="071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8976055" y="5875020"/>
            <a:ext cx="133351" cy="125730"/>
          </a:xfrm>
          <a:prstGeom prst="rect">
            <a:avLst/>
          </a:prstGeom>
          <a:solidFill>
            <a:srgbClr val="08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109405" y="5875020"/>
            <a:ext cx="133351" cy="125730"/>
          </a:xfrm>
          <a:prstGeom prst="rect">
            <a:avLst/>
          </a:prstGeom>
          <a:solidFill>
            <a:srgbClr val="092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242755" y="5875020"/>
            <a:ext cx="133351" cy="125730"/>
          </a:xfrm>
          <a:prstGeom prst="rect">
            <a:avLst/>
          </a:prstGeom>
          <a:solidFill>
            <a:srgbClr val="0A3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376105" y="5875020"/>
            <a:ext cx="133351" cy="125730"/>
          </a:xfrm>
          <a:prstGeom prst="rect">
            <a:avLst/>
          </a:prstGeom>
          <a:solidFill>
            <a:srgbClr val="0A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509455" y="5875020"/>
            <a:ext cx="133351" cy="125730"/>
          </a:xfrm>
          <a:prstGeom prst="rect">
            <a:avLst/>
          </a:prstGeom>
          <a:solidFill>
            <a:srgbClr val="0B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642805" y="5875020"/>
            <a:ext cx="133351" cy="125730"/>
          </a:xfrm>
          <a:prstGeom prst="rect">
            <a:avLst/>
          </a:prstGeom>
          <a:solidFill>
            <a:srgbClr val="0C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776155" y="5875020"/>
            <a:ext cx="133351" cy="125730"/>
          </a:xfrm>
          <a:prstGeom prst="rect">
            <a:avLst/>
          </a:prstGeom>
          <a:solidFill>
            <a:srgbClr val="0D5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909505" y="5875020"/>
            <a:ext cx="133351" cy="125730"/>
          </a:xfrm>
          <a:prstGeom prst="rect">
            <a:avLst/>
          </a:prstGeom>
          <a:solidFill>
            <a:srgbClr val="0E5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042855" y="5875020"/>
            <a:ext cx="133351" cy="125730"/>
          </a:xfrm>
          <a:prstGeom prst="rect">
            <a:avLst/>
          </a:prstGeom>
          <a:solidFill>
            <a:srgbClr val="0E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176205" y="5875020"/>
            <a:ext cx="133351" cy="125730"/>
          </a:xfrm>
          <a:prstGeom prst="rect">
            <a:avLst/>
          </a:prstGeom>
          <a:solidFill>
            <a:srgbClr val="0F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309555" y="5875020"/>
            <a:ext cx="133351" cy="125730"/>
          </a:xfrm>
          <a:prstGeom prst="rect">
            <a:avLst/>
          </a:prstGeom>
          <a:solidFill>
            <a:srgbClr val="106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442905" y="5875020"/>
            <a:ext cx="133351" cy="125730"/>
          </a:xfrm>
          <a:prstGeom prst="rect">
            <a:avLst/>
          </a:prstGeom>
          <a:solidFill>
            <a:srgbClr val="117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576255" y="5875020"/>
            <a:ext cx="133351" cy="125730"/>
          </a:xfrm>
          <a:prstGeom prst="rect">
            <a:avLst/>
          </a:prstGeom>
          <a:solidFill>
            <a:srgbClr val="127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709605" y="5875020"/>
            <a:ext cx="133351" cy="125730"/>
          </a:xfrm>
          <a:prstGeom prst="rect">
            <a:avLst/>
          </a:prstGeom>
          <a:solidFill>
            <a:srgbClr val="128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842955" y="5875020"/>
            <a:ext cx="133351" cy="125730"/>
          </a:xfrm>
          <a:prstGeom prst="rect">
            <a:avLst/>
          </a:prstGeom>
          <a:solidFill>
            <a:srgbClr val="138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0976305" y="5875020"/>
            <a:ext cx="133351" cy="125730"/>
          </a:xfrm>
          <a:prstGeom prst="rect">
            <a:avLst/>
          </a:prstGeom>
          <a:solidFill>
            <a:srgbClr val="149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109655" y="5875020"/>
            <a:ext cx="133351" cy="125730"/>
          </a:xfrm>
          <a:prstGeom prst="rect">
            <a:avLst/>
          </a:prstGeom>
          <a:solidFill>
            <a:srgbClr val="159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243005" y="5875020"/>
            <a:ext cx="133351" cy="125730"/>
          </a:xfrm>
          <a:prstGeom prst="rect">
            <a:avLst/>
          </a:prstGeom>
          <a:solidFill>
            <a:srgbClr val="15A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376355" y="5875020"/>
            <a:ext cx="133351" cy="125730"/>
          </a:xfrm>
          <a:prstGeom prst="rect">
            <a:avLst/>
          </a:prstGeom>
          <a:solidFill>
            <a:srgbClr val="16A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1509705" y="5875020"/>
            <a:ext cx="133351" cy="125730"/>
          </a:xfrm>
          <a:prstGeom prst="rect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426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JetBrains Mono"/>
              </a:rPr>
              <a:t>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428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