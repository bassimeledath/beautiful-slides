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Public Sans"/>
              </a:rPr>
              <a:t>Weekly cohort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380" y="873760"/>
            <a:ext cx="1497014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Week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37156" y="873760"/>
            <a:ext cx="1497014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38933" y="873760"/>
            <a:ext cx="1497014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40710" y="873760"/>
            <a:ext cx="1497014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2486" y="873760"/>
            <a:ext cx="1497014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4263" y="873760"/>
            <a:ext cx="1497014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Week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6040" y="873760"/>
            <a:ext cx="1497014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Week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122679"/>
            <a:ext cx="533400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Jan W1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08433"/>
            <a:ext cx="533400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Jan W2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94188"/>
            <a:ext cx="533400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Jan W3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79943"/>
            <a:ext cx="533400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Feb W1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65697"/>
            <a:ext cx="533400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Feb W2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51452"/>
            <a:ext cx="533400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Feb W3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37207"/>
            <a:ext cx="533400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Mar W1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35380" y="1122679"/>
            <a:ext cx="1497014" cy="680992"/>
          </a:xfrm>
          <a:prstGeom prst="rect">
            <a:avLst/>
          </a:prstGeom>
          <a:solidFill>
            <a:srgbClr val="05603A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35380" y="1122679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37156" y="1122679"/>
            <a:ext cx="1497014" cy="680992"/>
          </a:xfrm>
          <a:prstGeom prst="rect">
            <a:avLst/>
          </a:prstGeom>
          <a:solidFill>
            <a:srgbClr val="327D5D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637156" y="1122679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82%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8933" y="1122679"/>
            <a:ext cx="1497014" cy="680992"/>
          </a:xfrm>
          <a:prstGeom prst="rect">
            <a:avLst/>
          </a:prstGeom>
          <a:solidFill>
            <a:srgbClr val="4E8E73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138933" y="1122679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71%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40710" y="1122679"/>
            <a:ext cx="1497014" cy="680992"/>
          </a:xfrm>
          <a:prstGeom prst="rect">
            <a:avLst/>
          </a:prstGeom>
          <a:solidFill>
            <a:srgbClr val="5C987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640710" y="1122679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65%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42486" y="1122679"/>
            <a:ext cx="1497014" cy="680992"/>
          </a:xfrm>
          <a:prstGeom prst="rect">
            <a:avLst/>
          </a:prstGeom>
          <a:solidFill>
            <a:srgbClr val="6EA38D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142486" y="1122679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58%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44263" y="1122679"/>
            <a:ext cx="1497014" cy="680992"/>
          </a:xfrm>
          <a:prstGeom prst="rect">
            <a:avLst/>
          </a:prstGeom>
          <a:solidFill>
            <a:srgbClr val="7DAC99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644263" y="1122679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52%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46040" y="1122679"/>
            <a:ext cx="1497014" cy="680992"/>
          </a:xfrm>
          <a:prstGeom prst="rect">
            <a:avLst/>
          </a:prstGeom>
          <a:solidFill>
            <a:srgbClr val="87B3A0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146040" y="1122679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48%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35380" y="1808433"/>
            <a:ext cx="1497014" cy="680992"/>
          </a:xfrm>
          <a:prstGeom prst="rect">
            <a:avLst/>
          </a:prstGeom>
          <a:solidFill>
            <a:srgbClr val="05603A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135380" y="1808433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100%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37156" y="1808433"/>
            <a:ext cx="1497014" cy="680992"/>
          </a:xfrm>
          <a:prstGeom prst="rect">
            <a:avLst/>
          </a:prstGeom>
          <a:solidFill>
            <a:srgbClr val="3A8163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637156" y="1808433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79%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38933" y="1808433"/>
            <a:ext cx="1497014" cy="680992"/>
          </a:xfrm>
          <a:prstGeom prst="rect">
            <a:avLst/>
          </a:prstGeom>
          <a:solidFill>
            <a:srgbClr val="559379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138933" y="1808433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68%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40710" y="1808433"/>
            <a:ext cx="1497014" cy="680992"/>
          </a:xfrm>
          <a:prstGeom prst="rect">
            <a:avLst/>
          </a:prstGeom>
          <a:solidFill>
            <a:srgbClr val="69A089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640710" y="1808433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60%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42486" y="1808433"/>
            <a:ext cx="1497014" cy="680992"/>
          </a:xfrm>
          <a:prstGeom prst="rect">
            <a:avLst/>
          </a:prstGeom>
          <a:solidFill>
            <a:srgbClr val="78A995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42486" y="1808433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54%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44263" y="1808433"/>
            <a:ext cx="1497014" cy="680992"/>
          </a:xfrm>
          <a:prstGeom prst="rect">
            <a:avLst/>
          </a:prstGeom>
          <a:solidFill>
            <a:srgbClr val="84B19E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644263" y="1808433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49%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46040" y="1808433"/>
            <a:ext cx="1497014" cy="680992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1135380" y="2494188"/>
            <a:ext cx="1497014" cy="680992"/>
          </a:xfrm>
          <a:prstGeom prst="rect">
            <a:avLst/>
          </a:prstGeom>
          <a:solidFill>
            <a:srgbClr val="05603A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135380" y="2494188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100%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37156" y="2494188"/>
            <a:ext cx="1497014" cy="680992"/>
          </a:xfrm>
          <a:prstGeom prst="rect">
            <a:avLst/>
          </a:prstGeom>
          <a:solidFill>
            <a:srgbClr val="2D795A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2637156" y="2494188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84%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38933" y="2494188"/>
            <a:ext cx="1497014" cy="680992"/>
          </a:xfrm>
          <a:prstGeom prst="rect">
            <a:avLst/>
          </a:prstGeom>
          <a:solidFill>
            <a:srgbClr val="488B6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138933" y="2494188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73%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40710" y="2494188"/>
            <a:ext cx="1497014" cy="680992"/>
          </a:xfrm>
          <a:prstGeom prst="rect">
            <a:avLst/>
          </a:prstGeom>
          <a:solidFill>
            <a:srgbClr val="5A967D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640710" y="2494188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66%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42486" y="2494188"/>
            <a:ext cx="1497014" cy="680992"/>
          </a:xfrm>
          <a:prstGeom prst="rect">
            <a:avLst/>
          </a:prstGeom>
          <a:solidFill>
            <a:srgbClr val="6CA18B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142486" y="2494188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59%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44263" y="2494188"/>
            <a:ext cx="1497014" cy="680992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10146040" y="2494188"/>
            <a:ext cx="1497014" cy="680992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1135380" y="3179943"/>
            <a:ext cx="1497014" cy="680992"/>
          </a:xfrm>
          <a:prstGeom prst="rect">
            <a:avLst/>
          </a:prstGeom>
          <a:solidFill>
            <a:srgbClr val="05603A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135380" y="3179943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100%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37156" y="3179943"/>
            <a:ext cx="1497014" cy="680992"/>
          </a:xfrm>
          <a:prstGeom prst="rect">
            <a:avLst/>
          </a:prstGeom>
          <a:solidFill>
            <a:srgbClr val="3E8567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2637156" y="3179943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77%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38933" y="3179943"/>
            <a:ext cx="1497014" cy="680992"/>
          </a:xfrm>
          <a:prstGeom prst="rect">
            <a:avLst/>
          </a:prstGeom>
          <a:solidFill>
            <a:srgbClr val="5F9981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138933" y="3179943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64%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40710" y="3179943"/>
            <a:ext cx="1497014" cy="680992"/>
          </a:xfrm>
          <a:prstGeom prst="rect">
            <a:avLst/>
          </a:prstGeom>
          <a:solidFill>
            <a:srgbClr val="76A893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5640710" y="3179943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55%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42486" y="3179943"/>
            <a:ext cx="1497014" cy="680992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8644263" y="3179943"/>
            <a:ext cx="1497014" cy="680992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10146040" y="3179943"/>
            <a:ext cx="1497014" cy="680992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1135380" y="3865697"/>
            <a:ext cx="1497014" cy="680992"/>
          </a:xfrm>
          <a:prstGeom prst="rect">
            <a:avLst/>
          </a:prstGeom>
          <a:solidFill>
            <a:srgbClr val="05603A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1135380" y="3865697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100%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637156" y="3865697"/>
            <a:ext cx="1497014" cy="680992"/>
          </a:xfrm>
          <a:prstGeom prst="rect">
            <a:avLst/>
          </a:prstGeom>
          <a:solidFill>
            <a:srgbClr val="378061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2637156" y="3865697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80%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38933" y="3865697"/>
            <a:ext cx="1497014" cy="680992"/>
          </a:xfrm>
          <a:prstGeom prst="rect">
            <a:avLst/>
          </a:prstGeom>
          <a:solidFill>
            <a:srgbClr val="529177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4138933" y="3865697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69%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40710" y="3865697"/>
            <a:ext cx="1497014" cy="680992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7142486" y="3865697"/>
            <a:ext cx="1497014" cy="680992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8644263" y="3865697"/>
            <a:ext cx="1497014" cy="680992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10146040" y="3865697"/>
            <a:ext cx="1497014" cy="680992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1135380" y="4551452"/>
            <a:ext cx="1497014" cy="680992"/>
          </a:xfrm>
          <a:prstGeom prst="rect">
            <a:avLst/>
          </a:prstGeom>
          <a:solidFill>
            <a:srgbClr val="05603A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1135380" y="4551452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637156" y="4551452"/>
            <a:ext cx="1497014" cy="680992"/>
          </a:xfrm>
          <a:prstGeom prst="rect">
            <a:avLst/>
          </a:prstGeom>
          <a:solidFill>
            <a:srgbClr val="44886B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2637156" y="4551452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75%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38933" y="4551452"/>
            <a:ext cx="1497014" cy="680992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5640710" y="4551452"/>
            <a:ext cx="1497014" cy="680992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7142486" y="4551452"/>
            <a:ext cx="1497014" cy="680992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8644263" y="4551452"/>
            <a:ext cx="1497014" cy="680992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10146040" y="4551452"/>
            <a:ext cx="1497014" cy="680992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1135380" y="5237207"/>
            <a:ext cx="1497014" cy="680992"/>
          </a:xfrm>
          <a:prstGeom prst="rect">
            <a:avLst/>
          </a:prstGeom>
          <a:solidFill>
            <a:srgbClr val="05603A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1135380" y="5237207"/>
            <a:ext cx="1497014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100%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637156" y="5237207"/>
            <a:ext cx="1497014" cy="680992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4138933" y="5237207"/>
            <a:ext cx="1497014" cy="680992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5640710" y="5237207"/>
            <a:ext cx="1497014" cy="680992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7142486" y="5237207"/>
            <a:ext cx="1497014" cy="680992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8644263" y="5237207"/>
            <a:ext cx="1497014" cy="680992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10146040" y="5237207"/>
            <a:ext cx="1497014" cy="680992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9153855" y="5971540"/>
            <a:ext cx="103717" cy="977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9257571" y="5971540"/>
            <a:ext cx="103717" cy="97790"/>
          </a:xfrm>
          <a:prstGeom prst="rect">
            <a:avLst/>
          </a:prstGeom>
          <a:solidFill>
            <a:srgbClr val="F4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9361288" y="5971540"/>
            <a:ext cx="103717" cy="97790"/>
          </a:xfrm>
          <a:prstGeom prst="rect">
            <a:avLst/>
          </a:prstGeom>
          <a:solidFill>
            <a:srgbClr val="E9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9465005" y="5971540"/>
            <a:ext cx="103717" cy="97790"/>
          </a:xfrm>
          <a:prstGeom prst="rect">
            <a:avLst/>
          </a:prstGeom>
          <a:solidFill>
            <a:srgbClr val="DE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9568721" y="5971540"/>
            <a:ext cx="103717" cy="97790"/>
          </a:xfrm>
          <a:prstGeom prst="rect">
            <a:avLst/>
          </a:prstGeom>
          <a:solidFill>
            <a:srgbClr val="D4E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9672438" y="5971540"/>
            <a:ext cx="103717" cy="97790"/>
          </a:xfrm>
          <a:prstGeom prst="rect">
            <a:avLst/>
          </a:prstGeom>
          <a:solidFill>
            <a:srgbClr val="C9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9776155" y="5971540"/>
            <a:ext cx="103717" cy="97790"/>
          </a:xfrm>
          <a:prstGeom prst="rect">
            <a:avLst/>
          </a:prstGeom>
          <a:solidFill>
            <a:srgbClr val="BE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9879871" y="5971540"/>
            <a:ext cx="103717" cy="97790"/>
          </a:xfrm>
          <a:prstGeom prst="rect">
            <a:avLst/>
          </a:prstGeom>
          <a:solidFill>
            <a:srgbClr val="B3CF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9983588" y="5971540"/>
            <a:ext cx="103717" cy="97790"/>
          </a:xfrm>
          <a:prstGeom prst="rect">
            <a:avLst/>
          </a:prstGeom>
          <a:solidFill>
            <a:srgbClr val="A8C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10087305" y="5971540"/>
            <a:ext cx="103717" cy="97790"/>
          </a:xfrm>
          <a:prstGeom prst="rect">
            <a:avLst/>
          </a:prstGeom>
          <a:solidFill>
            <a:srgbClr val="9DC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10191021" y="5971540"/>
            <a:ext cx="103717" cy="97790"/>
          </a:xfrm>
          <a:prstGeom prst="rect">
            <a:avLst/>
          </a:prstGeom>
          <a:solidFill>
            <a:srgbClr val="92B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10294738" y="5971540"/>
            <a:ext cx="103717" cy="97790"/>
          </a:xfrm>
          <a:prstGeom prst="rect">
            <a:avLst/>
          </a:prstGeom>
          <a:solidFill>
            <a:srgbClr val="87B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10398455" y="5971540"/>
            <a:ext cx="103717" cy="97790"/>
          </a:xfrm>
          <a:prstGeom prst="rect">
            <a:avLst/>
          </a:prstGeom>
          <a:solidFill>
            <a:srgbClr val="7DA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10502171" y="5971540"/>
            <a:ext cx="103717" cy="97790"/>
          </a:xfrm>
          <a:prstGeom prst="rect">
            <a:avLst/>
          </a:prstGeom>
          <a:solidFill>
            <a:srgbClr val="72A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10605888" y="5971540"/>
            <a:ext cx="103717" cy="97790"/>
          </a:xfrm>
          <a:prstGeom prst="rect">
            <a:avLst/>
          </a:prstGeom>
          <a:solidFill>
            <a:srgbClr val="679E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10709605" y="5971540"/>
            <a:ext cx="103717" cy="97790"/>
          </a:xfrm>
          <a:prstGeom prst="rect">
            <a:avLst/>
          </a:prstGeom>
          <a:solidFill>
            <a:srgbClr val="5C9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10813321" y="5971540"/>
            <a:ext cx="103717" cy="97790"/>
          </a:xfrm>
          <a:prstGeom prst="rect">
            <a:avLst/>
          </a:prstGeom>
          <a:solidFill>
            <a:srgbClr val="519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10917038" y="5971540"/>
            <a:ext cx="103717" cy="97790"/>
          </a:xfrm>
          <a:prstGeom prst="rect">
            <a:avLst/>
          </a:prstGeom>
          <a:solidFill>
            <a:srgbClr val="4689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11020755" y="5971540"/>
            <a:ext cx="103717" cy="97790"/>
          </a:xfrm>
          <a:prstGeom prst="rect">
            <a:avLst/>
          </a:prstGeom>
          <a:solidFill>
            <a:srgbClr val="3B8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11124471" y="5971540"/>
            <a:ext cx="103717" cy="97790"/>
          </a:xfrm>
          <a:prstGeom prst="rect">
            <a:avLst/>
          </a:prstGeom>
          <a:solidFill>
            <a:srgbClr val="307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11228188" y="5971540"/>
            <a:ext cx="103717" cy="97790"/>
          </a:xfrm>
          <a:prstGeom prst="rect">
            <a:avLst/>
          </a:prstGeom>
          <a:solidFill>
            <a:srgbClr val="267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11331905" y="5971540"/>
            <a:ext cx="103717" cy="97790"/>
          </a:xfrm>
          <a:prstGeom prst="rect">
            <a:avLst/>
          </a:prstGeom>
          <a:solidFill>
            <a:srgbClr val="1B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11435621" y="5971540"/>
            <a:ext cx="103717" cy="97790"/>
          </a:xfrm>
          <a:prstGeom prst="rect">
            <a:avLst/>
          </a:prstGeom>
          <a:solidFill>
            <a:srgbClr val="106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8" name="Rectangle 117"/>
          <p:cNvSpPr/>
          <p:nvPr/>
        </p:nvSpPr>
        <p:spPr>
          <a:xfrm>
            <a:off x="11539338" y="5971540"/>
            <a:ext cx="103717" cy="97790"/>
          </a:xfrm>
          <a:prstGeom prst="rect">
            <a:avLst/>
          </a:prstGeom>
          <a:solidFill>
            <a:srgbClr val="05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9153855" y="6096000"/>
            <a:ext cx="1244600" cy="142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101828"/>
                </a:solidFill>
                <a:latin typeface="Public Sans"/>
              </a:rPr>
              <a:t>0%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398455" y="6096000"/>
            <a:ext cx="1244600" cy="142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101828"/>
                </a:solidFill>
                <a:latin typeface="Public Sans"/>
              </a:rPr>
              <a:t>100%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